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46" r:id="rId1"/>
  </p:sldMasterIdLst>
  <p:notesMasterIdLst>
    <p:notesMasterId r:id="rId19"/>
  </p:notesMasterIdLst>
  <p:handoutMasterIdLst>
    <p:handoutMasterId r:id="rId20"/>
  </p:handoutMasterIdLst>
  <p:sldIdLst>
    <p:sldId id="470" r:id="rId2"/>
    <p:sldId id="495" r:id="rId3"/>
    <p:sldId id="514" r:id="rId4"/>
    <p:sldId id="497" r:id="rId5"/>
    <p:sldId id="515" r:id="rId6"/>
    <p:sldId id="516" r:id="rId7"/>
    <p:sldId id="517" r:id="rId8"/>
    <p:sldId id="518" r:id="rId9"/>
    <p:sldId id="519" r:id="rId10"/>
    <p:sldId id="520" r:id="rId11"/>
    <p:sldId id="521" r:id="rId12"/>
    <p:sldId id="522" r:id="rId13"/>
    <p:sldId id="523" r:id="rId14"/>
    <p:sldId id="524" r:id="rId15"/>
    <p:sldId id="525" r:id="rId16"/>
    <p:sldId id="529" r:id="rId17"/>
    <p:sldId id="528" r:id="rId18"/>
  </p:sldIdLst>
  <p:sldSz cx="9144000" cy="5143500" type="screen16x9"/>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A50021"/>
    <a:srgbClr val="0000CC"/>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C5253A-9F7B-4F92-96C4-38F1D9D98E8A}" v="1" dt="2025-10-02T13:46:43.6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47" autoAdjust="0"/>
    <p:restoredTop sz="87621" autoAdjust="0"/>
  </p:normalViewPr>
  <p:slideViewPr>
    <p:cSldViewPr>
      <p:cViewPr>
        <p:scale>
          <a:sx n="100" d="100"/>
          <a:sy n="100" d="100"/>
        </p:scale>
        <p:origin x="547" y="-5"/>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hya Sara" userId="d84e291859004320" providerId="LiveId" clId="{B4DE0BE2-3D7C-41D1-BAC1-D0E4A56E6BE2}"/>
    <pc:docChg chg="mod modSld">
      <pc:chgData name="Sathya Sara" userId="d84e291859004320" providerId="LiveId" clId="{B4DE0BE2-3D7C-41D1-BAC1-D0E4A56E6BE2}" dt="2025-10-02T14:46:17.013" v="534" actId="20577"/>
      <pc:docMkLst>
        <pc:docMk/>
      </pc:docMkLst>
      <pc:sldChg chg="modSp mod">
        <pc:chgData name="Sathya Sara" userId="d84e291859004320" providerId="LiveId" clId="{B4DE0BE2-3D7C-41D1-BAC1-D0E4A56E6BE2}" dt="2025-10-02T13:49:19.938" v="18" actId="20577"/>
        <pc:sldMkLst>
          <pc:docMk/>
          <pc:sldMk cId="875433954" sldId="514"/>
        </pc:sldMkLst>
        <pc:spChg chg="mod">
          <ac:chgData name="Sathya Sara" userId="d84e291859004320" providerId="LiveId" clId="{B4DE0BE2-3D7C-41D1-BAC1-D0E4A56E6BE2}" dt="2025-10-02T13:49:19.938" v="18" actId="20577"/>
          <ac:spMkLst>
            <pc:docMk/>
            <pc:sldMk cId="875433954" sldId="514"/>
            <ac:spMk id="3" creationId="{65894BDA-3057-096C-18BB-A0D0D182A5A7}"/>
          </ac:spMkLst>
        </pc:spChg>
      </pc:sldChg>
      <pc:sldChg chg="modSp mod">
        <pc:chgData name="Sathya Sara" userId="d84e291859004320" providerId="LiveId" clId="{B4DE0BE2-3D7C-41D1-BAC1-D0E4A56E6BE2}" dt="2025-10-02T14:46:17.013" v="534" actId="20577"/>
        <pc:sldMkLst>
          <pc:docMk/>
          <pc:sldMk cId="3300557367" sldId="516"/>
        </pc:sldMkLst>
        <pc:spChg chg="mod">
          <ac:chgData name="Sathya Sara" userId="d84e291859004320" providerId="LiveId" clId="{B4DE0BE2-3D7C-41D1-BAC1-D0E4A56E6BE2}" dt="2025-10-02T14:46:17.013" v="534" actId="20577"/>
          <ac:spMkLst>
            <pc:docMk/>
            <pc:sldMk cId="3300557367" sldId="516"/>
            <ac:spMk id="3" creationId="{2AC2A75F-B902-2E39-B132-184CA4C15438}"/>
          </ac:spMkLst>
        </pc:spChg>
        <pc:spChg chg="mod">
          <ac:chgData name="Sathya Sara" userId="d84e291859004320" providerId="LiveId" clId="{B4DE0BE2-3D7C-41D1-BAC1-D0E4A56E6BE2}" dt="2025-10-02T14:40:44.993" v="404" actId="14100"/>
          <ac:spMkLst>
            <pc:docMk/>
            <pc:sldMk cId="3300557367" sldId="516"/>
            <ac:spMk id="7" creationId="{4DFF6819-E370-1E5E-9C65-B707FF690806}"/>
          </ac:spMkLst>
        </pc:spChg>
      </pc:sldChg>
      <pc:sldChg chg="modSp mod">
        <pc:chgData name="Sathya Sara" userId="d84e291859004320" providerId="LiveId" clId="{B4DE0BE2-3D7C-41D1-BAC1-D0E4A56E6BE2}" dt="2025-10-02T14:37:54.809" v="349" actId="14100"/>
        <pc:sldMkLst>
          <pc:docMk/>
          <pc:sldMk cId="3458201940" sldId="518"/>
        </pc:sldMkLst>
        <pc:spChg chg="mod">
          <ac:chgData name="Sathya Sara" userId="d84e291859004320" providerId="LiveId" clId="{B4DE0BE2-3D7C-41D1-BAC1-D0E4A56E6BE2}" dt="2025-10-02T14:37:54.809" v="349" actId="14100"/>
          <ac:spMkLst>
            <pc:docMk/>
            <pc:sldMk cId="3458201940" sldId="518"/>
            <ac:spMk id="3" creationId="{CC760B63-A96A-6A6A-36D0-908FBAB9B94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sz="quarter"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lstStyle>
          <a:p>
            <a:pPr>
              <a:defRPr/>
            </a:pPr>
            <a:fld id="{14FDCBBC-8C6D-4B91-8E0F-7F7539A60517}" type="datetimeFigureOut">
              <a:rPr lang="en-US"/>
              <a:pPr>
                <a:defRPr/>
              </a:pPr>
              <a:t>10/2/2025</a:t>
            </a:fld>
            <a:endParaRPr lang="en-US" dirty="0"/>
          </a:p>
        </p:txBody>
      </p:sp>
      <p:sp>
        <p:nvSpPr>
          <p:cNvPr id="4" name="Footer Placeholder 3"/>
          <p:cNvSpPr>
            <a:spLocks noGrp="1"/>
          </p:cNvSpPr>
          <p:nvPr>
            <p:ph type="ftr" sz="quarter" idx="2"/>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2952E2ED-3A02-491C-A9B8-DFEE216EB3A7}" type="slidenum">
              <a:rPr lang="en-US" altLang="en-US"/>
              <a:pPr>
                <a:defRPr/>
              </a:pPr>
              <a:t>‹#›</a:t>
            </a:fld>
            <a:endParaRPr lang="en-US" altLang="en-US"/>
          </a:p>
        </p:txBody>
      </p:sp>
    </p:spTree>
    <p:extLst>
      <p:ext uri="{BB962C8B-B14F-4D97-AF65-F5344CB8AC3E}">
        <p14:creationId xmlns:p14="http://schemas.microsoft.com/office/powerpoint/2010/main" val="18970421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extLst/>
          </a:lstStyle>
          <a:p>
            <a:pPr>
              <a:defRPr/>
            </a:pPr>
            <a:fld id="{061F6FC2-9645-479A-A309-27B8F5654211}" type="datetimeFigureOut">
              <a:rPr lang="en-US"/>
              <a:pPr>
                <a:defRPr/>
              </a:pPr>
              <a:t>10/2/2025</a:t>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F2D8CC3F-ADB2-4AF7-880C-111F7E6C7FE6}" type="slidenum">
              <a:rPr lang="en-US" altLang="en-US"/>
              <a:pPr>
                <a:defRPr/>
              </a:pPr>
              <a:t>‹#›</a:t>
            </a:fld>
            <a:endParaRPr lang="en-US" altLang="en-US"/>
          </a:p>
        </p:txBody>
      </p:sp>
    </p:spTree>
    <p:extLst>
      <p:ext uri="{BB962C8B-B14F-4D97-AF65-F5344CB8AC3E}">
        <p14:creationId xmlns:p14="http://schemas.microsoft.com/office/powerpoint/2010/main" val="273026457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34900" y="2314324"/>
            <a:ext cx="8447150" cy="24786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435894" y="765324"/>
            <a:ext cx="8245162" cy="1106260"/>
          </a:xfrm>
          <a:effectLst/>
        </p:spPr>
        <p:txBody>
          <a:bodyPr anchor="b">
            <a:normAutofit/>
          </a:bodyPr>
          <a:lstStyle>
            <a:lvl1pPr>
              <a:defRPr sz="27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435895" y="1871584"/>
            <a:ext cx="8245160" cy="442741"/>
          </a:xfrm>
        </p:spPr>
        <p:txBody>
          <a:bodyPr anchor="t">
            <a:normAutofit/>
          </a:bodyPr>
          <a:lstStyle>
            <a:lvl1pPr marL="0" indent="0" algn="l">
              <a:buNone/>
              <a:defRPr sz="1200" cap="all">
                <a:solidFill>
                  <a:schemeClr val="accent2"/>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5704463" y="4467103"/>
            <a:ext cx="2133600" cy="273844"/>
          </a:xfrm>
        </p:spPr>
        <p:txBody>
          <a:bodyPr/>
          <a:lstStyle>
            <a:lvl1pPr>
              <a:defRPr>
                <a:solidFill>
                  <a:schemeClr val="accent1">
                    <a:lumMod val="75000"/>
                    <a:lumOff val="25000"/>
                  </a:schemeClr>
                </a:solidFill>
              </a:defRPr>
            </a:lvl1pPr>
          </a:lstStyle>
          <a:p>
            <a:pPr>
              <a:defRPr/>
            </a:pPr>
            <a:fld id="{8B36EFEF-E2C6-4A94-BFAA-C638D174AAB5}" type="datetime3">
              <a:rPr lang="en-US" smtClean="0"/>
              <a:t>2 October 2025</a:t>
            </a:fld>
            <a:endParaRPr lang="en-US" dirty="0"/>
          </a:p>
        </p:txBody>
      </p:sp>
      <p:sp>
        <p:nvSpPr>
          <p:cNvPr id="5" name="Footer Placeholder 4"/>
          <p:cNvSpPr>
            <a:spLocks noGrp="1"/>
          </p:cNvSpPr>
          <p:nvPr>
            <p:ph type="ftr" sz="quarter" idx="11"/>
          </p:nvPr>
        </p:nvSpPr>
        <p:spPr>
          <a:xfrm>
            <a:off x="435894" y="4463859"/>
            <a:ext cx="5187908" cy="273844"/>
          </a:xfrm>
        </p:spPr>
        <p:txBody>
          <a:bodyPr/>
          <a:lstStyle>
            <a:lvl1pPr>
              <a:defRPr>
                <a:solidFill>
                  <a:schemeClr val="accent1">
                    <a:lumMod val="75000"/>
                    <a:lumOff val="25000"/>
                  </a:schemeClr>
                </a:solidFill>
              </a:defRPr>
            </a:lvl1pPr>
          </a:lstStyle>
          <a:p>
            <a:pPr>
              <a:defRPr/>
            </a:pPr>
            <a:r>
              <a:rPr lang="en-US"/>
              <a:t>DATA STRUCTURES – CYCLE 2 REVIEW</a:t>
            </a:r>
            <a:endParaRPr lang="en-US" dirty="0"/>
          </a:p>
        </p:txBody>
      </p:sp>
      <p:sp>
        <p:nvSpPr>
          <p:cNvPr id="6" name="Slide Number Placeholder 5"/>
          <p:cNvSpPr>
            <a:spLocks noGrp="1"/>
          </p:cNvSpPr>
          <p:nvPr>
            <p:ph type="sldNum" sz="quarter" idx="12"/>
          </p:nvPr>
        </p:nvSpPr>
        <p:spPr>
          <a:xfrm>
            <a:off x="7918725" y="4467103"/>
            <a:ext cx="762330" cy="273844"/>
          </a:xfrm>
        </p:spPr>
        <p:txBody>
          <a:bodyPr/>
          <a:lstStyle>
            <a:lvl1pPr>
              <a:defRPr>
                <a:solidFill>
                  <a:schemeClr val="accent1">
                    <a:lumMod val="75000"/>
                    <a:lumOff val="25000"/>
                  </a:schemeClr>
                </a:solidFill>
              </a:defRPr>
            </a:lvl1pPr>
          </a:lstStyle>
          <a:p>
            <a:pPr>
              <a:defRPr/>
            </a:pPr>
            <a:fld id="{C0A8E10E-36D1-42AB-939C-34BEB33CD9E4}" type="slidenum">
              <a:rPr lang="en-US" altLang="en-US" smtClean="0"/>
              <a:pPr>
                <a:defRPr/>
              </a:pPr>
              <a:t>‹#›</a:t>
            </a:fld>
            <a:endParaRPr lang="en-US" altLang="en-US"/>
          </a:p>
        </p:txBody>
      </p:sp>
    </p:spTree>
    <p:extLst>
      <p:ext uri="{BB962C8B-B14F-4D97-AF65-F5344CB8AC3E}">
        <p14:creationId xmlns:p14="http://schemas.microsoft.com/office/powerpoint/2010/main" val="1680889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330214" y="460805"/>
            <a:ext cx="8482004" cy="89197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4" y="526617"/>
            <a:ext cx="8272212" cy="760350"/>
          </a:xfrm>
        </p:spPr>
        <p:txBody>
          <a:bodyPr/>
          <a:lstStyle/>
          <a:p>
            <a:r>
              <a:rPr lang="en-US"/>
              <a:t>Click to edit Master title style</a:t>
            </a:r>
            <a:endParaRPr lang="en-US" dirty="0"/>
          </a:p>
        </p:txBody>
      </p:sp>
      <p:sp>
        <p:nvSpPr>
          <p:cNvPr id="3" name="Content Placeholder 2"/>
          <p:cNvSpPr>
            <a:spLocks noGrp="1"/>
          </p:cNvSpPr>
          <p:nvPr>
            <p:ph idx="1"/>
          </p:nvPr>
        </p:nvSpPr>
        <p:spPr>
          <a:xfrm>
            <a:off x="435895" y="1635373"/>
            <a:ext cx="8272211" cy="2758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9DD060E-BCE6-4365-9BAD-0421248307CE}" type="datetime3">
              <a:rPr lang="en-US" smtClean="0"/>
              <a:t>2 October 2025</a:t>
            </a:fld>
            <a:endParaRPr lang="en-US" dirty="0"/>
          </a:p>
        </p:txBody>
      </p:sp>
      <p:sp>
        <p:nvSpPr>
          <p:cNvPr id="5" name="Footer Placeholder 4"/>
          <p:cNvSpPr>
            <a:spLocks noGrp="1"/>
          </p:cNvSpPr>
          <p:nvPr>
            <p:ph type="ftr" sz="quarter" idx="11"/>
          </p:nvPr>
        </p:nvSpPr>
        <p:spPr/>
        <p:txBody>
          <a:bodyPr/>
          <a:lstStyle/>
          <a:p>
            <a:pPr>
              <a:defRPr/>
            </a:pPr>
            <a:r>
              <a:rPr lang="en-US"/>
              <a:t>DATA STRUCTURES – CYCLE 2 REVIEW</a:t>
            </a:r>
            <a:endParaRPr lang="en-US" dirty="0"/>
          </a:p>
        </p:txBody>
      </p:sp>
      <p:sp>
        <p:nvSpPr>
          <p:cNvPr id="6" name="Slide Number Placeholder 5"/>
          <p:cNvSpPr>
            <a:spLocks noGrp="1"/>
          </p:cNvSpPr>
          <p:nvPr>
            <p:ph type="sldNum" sz="quarter" idx="12"/>
          </p:nvPr>
        </p:nvSpPr>
        <p:spPr>
          <a:xfrm>
            <a:off x="7918725" y="4467103"/>
            <a:ext cx="789381" cy="273844"/>
          </a:xfrm>
        </p:spPr>
        <p:txBody>
          <a:bodyPr/>
          <a:lstStyle/>
          <a:p>
            <a:pPr>
              <a:defRPr/>
            </a:pPr>
            <a:fld id="{0E14ABD8-B1EB-4C07-9937-C8C4E38BDF00}" type="slidenum">
              <a:rPr lang="en-US" altLang="en-US" smtClean="0"/>
              <a:pPr>
                <a:defRPr/>
              </a:pPr>
              <a:t>‹#›</a:t>
            </a:fld>
            <a:endParaRPr lang="en-US" altLang="en-US"/>
          </a:p>
        </p:txBody>
      </p:sp>
    </p:spTree>
    <p:extLst>
      <p:ext uri="{BB962C8B-B14F-4D97-AF65-F5344CB8AC3E}">
        <p14:creationId xmlns:p14="http://schemas.microsoft.com/office/powerpoint/2010/main" val="276172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35863" y="3856481"/>
            <a:ext cx="8468145"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5" y="2282933"/>
            <a:ext cx="8272211" cy="1123130"/>
          </a:xfrm>
        </p:spPr>
        <p:txBody>
          <a:bodyPr anchor="b">
            <a:normAutofit/>
          </a:bodyPr>
          <a:lstStyle>
            <a:lvl1pPr algn="l">
              <a:defRPr sz="27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35895" y="3406063"/>
            <a:ext cx="8272211" cy="450417"/>
          </a:xfrm>
        </p:spPr>
        <p:txBody>
          <a:bodyPr anchor="t">
            <a:normAutofit/>
          </a:bodyPr>
          <a:lstStyle>
            <a:lvl1pPr marL="0" indent="0" algn="l">
              <a:buNone/>
              <a:defRPr sz="1350" cap="all">
                <a:solidFill>
                  <a:schemeClr val="accent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a:defRPr/>
            </a:pPr>
            <a:fld id="{080A358E-6F04-49FF-84C9-16BD8F7E1217}" type="datetime3">
              <a:rPr lang="en-US" smtClean="0"/>
              <a:t>2 October 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pPr>
              <a:defRPr/>
            </a:pPr>
            <a:r>
              <a:rPr lang="en-US"/>
              <a:t>DATA STRUCTURES – CYCLE 2 REVIEW</a:t>
            </a:r>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a:defRPr/>
            </a:pPr>
            <a:fld id="{BEE0AD74-942B-45F6-8EEE-203197083F56}" type="slidenum">
              <a:rPr lang="en-US" altLang="en-US" smtClean="0"/>
              <a:pPr>
                <a:defRPr/>
              </a:pPr>
              <a:t>‹#›</a:t>
            </a:fld>
            <a:endParaRPr lang="en-US" altLang="en-US"/>
          </a:p>
        </p:txBody>
      </p:sp>
    </p:spTree>
    <p:extLst>
      <p:ext uri="{BB962C8B-B14F-4D97-AF65-F5344CB8AC3E}">
        <p14:creationId xmlns:p14="http://schemas.microsoft.com/office/powerpoint/2010/main" val="416578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334487" y="454916"/>
            <a:ext cx="8475027"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5" y="547244"/>
            <a:ext cx="8272212"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35895" y="1671003"/>
            <a:ext cx="4066793"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1313" y="1671003"/>
            <a:ext cx="4066794"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40273B15-DD95-4168-805C-DDC9B46906DC}" type="datetime3">
              <a:rPr lang="en-US" smtClean="0"/>
              <a:t>2 October 2025</a:t>
            </a:fld>
            <a:endParaRPr lang="en-US" dirty="0"/>
          </a:p>
        </p:txBody>
      </p:sp>
      <p:sp>
        <p:nvSpPr>
          <p:cNvPr id="6" name="Footer Placeholder 5"/>
          <p:cNvSpPr>
            <a:spLocks noGrp="1"/>
          </p:cNvSpPr>
          <p:nvPr>
            <p:ph type="ftr" sz="quarter" idx="11"/>
          </p:nvPr>
        </p:nvSpPr>
        <p:spPr/>
        <p:txBody>
          <a:bodyPr/>
          <a:lstStyle/>
          <a:p>
            <a:pPr>
              <a:defRPr/>
            </a:pPr>
            <a:r>
              <a:rPr lang="en-US"/>
              <a:t>DATA STRUCTURES – CYCLE 2 REVIEW</a:t>
            </a:r>
            <a:endParaRPr lang="en-US" dirty="0"/>
          </a:p>
        </p:txBody>
      </p:sp>
      <p:sp>
        <p:nvSpPr>
          <p:cNvPr id="7" name="Slide Number Placeholder 6"/>
          <p:cNvSpPr>
            <a:spLocks noGrp="1"/>
          </p:cNvSpPr>
          <p:nvPr>
            <p:ph type="sldNum" sz="quarter" idx="12"/>
          </p:nvPr>
        </p:nvSpPr>
        <p:spPr/>
        <p:txBody>
          <a:bodyPr/>
          <a:lstStyle/>
          <a:p>
            <a:pPr>
              <a:defRPr/>
            </a:pPr>
            <a:fld id="{DB554FDC-F986-4516-81A3-5CBC9634E9C1}" type="slidenum">
              <a:rPr lang="en-US" altLang="en-US" smtClean="0"/>
              <a:pPr>
                <a:defRPr/>
              </a:pPr>
              <a:t>‹#›</a:t>
            </a:fld>
            <a:endParaRPr lang="en-US" altLang="en-US"/>
          </a:p>
        </p:txBody>
      </p:sp>
    </p:spTree>
    <p:extLst>
      <p:ext uri="{BB962C8B-B14F-4D97-AF65-F5344CB8AC3E}">
        <p14:creationId xmlns:p14="http://schemas.microsoft.com/office/powerpoint/2010/main" val="1181526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334487" y="454916"/>
            <a:ext cx="8475027"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435895" y="547244"/>
            <a:ext cx="8272212"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665415" y="1688169"/>
            <a:ext cx="3815306" cy="402004"/>
          </a:xfrm>
        </p:spPr>
        <p:txBody>
          <a:bodyPr anchor="b">
            <a:noAutofit/>
          </a:bodyPr>
          <a:lstStyle>
            <a:lvl1pPr marL="0" indent="0">
              <a:buNone/>
              <a:defRPr sz="1650" b="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35896" y="2194540"/>
            <a:ext cx="4044825"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92802" y="1688169"/>
            <a:ext cx="3815305" cy="415030"/>
          </a:xfrm>
        </p:spPr>
        <p:txBody>
          <a:bodyPr anchor="b">
            <a:noAutofit/>
          </a:bodyPr>
          <a:lstStyle>
            <a:lvl1pPr marL="0" indent="0">
              <a:buNone/>
              <a:defRPr sz="1650" b="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282" y="2194540"/>
            <a:ext cx="4044825"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1E5C1343-0B1B-45BE-B3FE-B7FE706D167B}" type="datetime3">
              <a:rPr lang="en-US" smtClean="0"/>
              <a:t>2 October 2025</a:t>
            </a:fld>
            <a:endParaRPr lang="en-US" dirty="0"/>
          </a:p>
        </p:txBody>
      </p:sp>
      <p:sp>
        <p:nvSpPr>
          <p:cNvPr id="8" name="Footer Placeholder 7"/>
          <p:cNvSpPr>
            <a:spLocks noGrp="1"/>
          </p:cNvSpPr>
          <p:nvPr>
            <p:ph type="ftr" sz="quarter" idx="11"/>
          </p:nvPr>
        </p:nvSpPr>
        <p:spPr/>
        <p:txBody>
          <a:bodyPr/>
          <a:lstStyle/>
          <a:p>
            <a:pPr>
              <a:defRPr/>
            </a:pPr>
            <a:r>
              <a:rPr lang="en-US"/>
              <a:t>DATA STRUCTURES – CYCLE 2 REVIEW</a:t>
            </a:r>
            <a:endParaRPr lang="en-US" dirty="0"/>
          </a:p>
        </p:txBody>
      </p:sp>
      <p:sp>
        <p:nvSpPr>
          <p:cNvPr id="9" name="Slide Number Placeholder 8"/>
          <p:cNvSpPr>
            <a:spLocks noGrp="1"/>
          </p:cNvSpPr>
          <p:nvPr>
            <p:ph type="sldNum" sz="quarter" idx="12"/>
          </p:nvPr>
        </p:nvSpPr>
        <p:spPr/>
        <p:txBody>
          <a:bodyPr/>
          <a:lstStyle/>
          <a:p>
            <a:pPr>
              <a:defRPr/>
            </a:pPr>
            <a:fld id="{02A63921-D0A8-45BD-ADF0-24CC5F135FEC}" type="slidenum">
              <a:rPr lang="en-US" altLang="en-US" smtClean="0"/>
              <a:pPr>
                <a:defRPr/>
              </a:pPr>
              <a:t>‹#›</a:t>
            </a:fld>
            <a:endParaRPr lang="en-US" altLang="en-US"/>
          </a:p>
        </p:txBody>
      </p:sp>
    </p:spTree>
    <p:extLst>
      <p:ext uri="{BB962C8B-B14F-4D97-AF65-F5344CB8AC3E}">
        <p14:creationId xmlns:p14="http://schemas.microsoft.com/office/powerpoint/2010/main" val="2544407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fld id="{F32AEDE7-7F7D-402A-8396-6F927B521E94}" type="datetime3">
              <a:rPr lang="en-US" smtClean="0"/>
              <a:t>2 October 2025</a:t>
            </a:fld>
            <a:endParaRPr lang="en-US" dirty="0"/>
          </a:p>
        </p:txBody>
      </p:sp>
      <p:sp>
        <p:nvSpPr>
          <p:cNvPr id="4" name="Footer Placeholder 3"/>
          <p:cNvSpPr>
            <a:spLocks noGrp="1"/>
          </p:cNvSpPr>
          <p:nvPr>
            <p:ph type="ftr" sz="quarter" idx="11"/>
          </p:nvPr>
        </p:nvSpPr>
        <p:spPr/>
        <p:txBody>
          <a:bodyPr/>
          <a:lstStyle/>
          <a:p>
            <a:pPr>
              <a:defRPr/>
            </a:pPr>
            <a:r>
              <a:rPr lang="en-US"/>
              <a:t>DATA STRUCTURES – CYCLE 2 REVIEW</a:t>
            </a:r>
            <a:endParaRPr lang="en-US" dirty="0"/>
          </a:p>
        </p:txBody>
      </p:sp>
      <p:sp>
        <p:nvSpPr>
          <p:cNvPr id="5" name="Slide Number Placeholder 4"/>
          <p:cNvSpPr>
            <a:spLocks noGrp="1"/>
          </p:cNvSpPr>
          <p:nvPr>
            <p:ph type="sldNum" sz="quarter" idx="12"/>
          </p:nvPr>
        </p:nvSpPr>
        <p:spPr/>
        <p:txBody>
          <a:bodyPr/>
          <a:lstStyle/>
          <a:p>
            <a:pPr>
              <a:defRPr/>
            </a:pPr>
            <a:fld id="{4CE540F1-D866-4735-9E65-A1952EADD02D}" type="slidenum">
              <a:rPr lang="en-US" altLang="en-US" smtClean="0"/>
              <a:pPr>
                <a:defRPr/>
              </a:pPr>
              <a:t>‹#›</a:t>
            </a:fld>
            <a:endParaRPr lang="en-US" altLang="en-US"/>
          </a:p>
        </p:txBody>
      </p:sp>
      <p:sp>
        <p:nvSpPr>
          <p:cNvPr id="7" name="Rectangle 6"/>
          <p:cNvSpPr>
            <a:spLocks noChangeAspect="1"/>
          </p:cNvSpPr>
          <p:nvPr/>
        </p:nvSpPr>
        <p:spPr>
          <a:xfrm>
            <a:off x="330512" y="454916"/>
            <a:ext cx="8475027"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431921" y="547244"/>
            <a:ext cx="8272212" cy="741249"/>
          </a:xfrm>
        </p:spPr>
        <p:txBody>
          <a:bodyPr/>
          <a:lstStyle/>
          <a:p>
            <a:r>
              <a:rPr lang="en-US"/>
              <a:t>Click to edit Master title style</a:t>
            </a:r>
            <a:endParaRPr lang="en-US" dirty="0"/>
          </a:p>
        </p:txBody>
      </p:sp>
    </p:spTree>
    <p:extLst>
      <p:ext uri="{BB962C8B-B14F-4D97-AF65-F5344CB8AC3E}">
        <p14:creationId xmlns:p14="http://schemas.microsoft.com/office/powerpoint/2010/main" val="1235094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5857213E-C02D-42BA-93FD-9576289B7A30}" type="datetime3">
              <a:rPr lang="en-US" smtClean="0"/>
              <a:t>2 October 2025</a:t>
            </a:fld>
            <a:endParaRPr lang="en-US" dirty="0"/>
          </a:p>
        </p:txBody>
      </p:sp>
      <p:sp>
        <p:nvSpPr>
          <p:cNvPr id="3" name="Footer Placeholder 2"/>
          <p:cNvSpPr>
            <a:spLocks noGrp="1"/>
          </p:cNvSpPr>
          <p:nvPr>
            <p:ph type="ftr" sz="quarter" idx="11"/>
          </p:nvPr>
        </p:nvSpPr>
        <p:spPr/>
        <p:txBody>
          <a:bodyPr/>
          <a:lstStyle/>
          <a:p>
            <a:pPr>
              <a:defRPr/>
            </a:pPr>
            <a:r>
              <a:rPr lang="en-US"/>
              <a:t>DATA STRUCTURES – CYCLE 2 REVIEW</a:t>
            </a:r>
            <a:endParaRPr lang="en-US" dirty="0"/>
          </a:p>
        </p:txBody>
      </p:sp>
      <p:sp>
        <p:nvSpPr>
          <p:cNvPr id="4" name="Slide Number Placeholder 3"/>
          <p:cNvSpPr>
            <a:spLocks noGrp="1"/>
          </p:cNvSpPr>
          <p:nvPr>
            <p:ph type="sldNum" sz="quarter" idx="12"/>
          </p:nvPr>
        </p:nvSpPr>
        <p:spPr/>
        <p:txBody>
          <a:bodyPr/>
          <a:lstStyle/>
          <a:p>
            <a:pPr>
              <a:defRPr/>
            </a:pPr>
            <a:fld id="{2571F5BB-190B-45BA-B754-2541F8CA6F46}" type="slidenum">
              <a:rPr lang="en-US" altLang="en-US" smtClean="0"/>
              <a:pPr>
                <a:defRPr/>
              </a:pPr>
              <a:t>‹#›</a:t>
            </a:fld>
            <a:endParaRPr lang="en-US" altLang="en-US"/>
          </a:p>
        </p:txBody>
      </p:sp>
    </p:spTree>
    <p:extLst>
      <p:ext uri="{BB962C8B-B14F-4D97-AF65-F5344CB8AC3E}">
        <p14:creationId xmlns:p14="http://schemas.microsoft.com/office/powerpoint/2010/main" val="4056086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35863" y="3856480"/>
            <a:ext cx="8473650" cy="9560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4" y="3946722"/>
            <a:ext cx="3682084" cy="517136"/>
          </a:xfrm>
        </p:spPr>
        <p:txBody>
          <a:bodyPr anchor="ctr"/>
          <a:lstStyle>
            <a:lvl1pPr algn="l">
              <a:defRPr sz="15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335862" y="450900"/>
            <a:ext cx="8469630" cy="3153600"/>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8" y="3946723"/>
            <a:ext cx="4402490" cy="517136"/>
          </a:xfrm>
        </p:spPr>
        <p:txBody>
          <a:bodyPr anchor="ctr">
            <a:normAutofit/>
          </a:bodyPr>
          <a:lstStyle>
            <a:lvl1pPr marL="0" indent="0" algn="r">
              <a:buNone/>
              <a:defRPr sz="825">
                <a:solidFill>
                  <a:schemeClr val="bg1"/>
                </a:solidFill>
              </a:defRPr>
            </a:lvl1pPr>
            <a:lvl2pPr marL="342900" indent="0">
              <a:buNone/>
              <a:defRPr sz="825"/>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pPr>
              <a:defRPr/>
            </a:pPr>
            <a:fld id="{8DDE3DBF-9E3F-41F0-94E8-817B29AD5E0A}" type="datetime3">
              <a:rPr lang="en-US" smtClean="0"/>
              <a:t>2 October 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pPr>
              <a:defRPr/>
            </a:pPr>
            <a:r>
              <a:rPr lang="en-US"/>
              <a:t>DATA STRUCTURES – CYCLE 2 REVIEW</a:t>
            </a:r>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pPr>
              <a:defRPr/>
            </a:pPr>
            <a:fld id="{4B3D1EAA-7E8D-49EA-BCBB-3C5BA424400D}" type="slidenum">
              <a:rPr lang="en-US" altLang="en-US" smtClean="0"/>
              <a:pPr>
                <a:defRPr/>
              </a:pPr>
              <a:t>‹#›</a:t>
            </a:fld>
            <a:endParaRPr lang="en-US" altLang="en-US"/>
          </a:p>
        </p:txBody>
      </p:sp>
    </p:spTree>
    <p:extLst>
      <p:ext uri="{BB962C8B-B14F-4D97-AF65-F5344CB8AC3E}">
        <p14:creationId xmlns:p14="http://schemas.microsoft.com/office/powerpoint/2010/main" val="1485737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5895" y="3520042"/>
            <a:ext cx="8272212" cy="425054"/>
          </a:xfrm>
        </p:spPr>
        <p:txBody>
          <a:bodyPr anchor="b">
            <a:normAutofit/>
          </a:bodyPr>
          <a:lstStyle>
            <a:lvl1pPr algn="l">
              <a:defRPr sz="18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35863" y="449794"/>
            <a:ext cx="8468144" cy="266793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435894" y="3945096"/>
            <a:ext cx="8272213" cy="449003"/>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2EFCEF7-B693-4E60-B69A-D32FB6265B44}" type="datetime3">
              <a:rPr lang="en-US" smtClean="0"/>
              <a:t>2 October 2025</a:t>
            </a:fld>
            <a:endParaRPr lang="en-US" dirty="0"/>
          </a:p>
        </p:txBody>
      </p:sp>
      <p:sp>
        <p:nvSpPr>
          <p:cNvPr id="6" name="Footer Placeholder 5"/>
          <p:cNvSpPr>
            <a:spLocks noGrp="1"/>
          </p:cNvSpPr>
          <p:nvPr>
            <p:ph type="ftr" sz="quarter" idx="11"/>
          </p:nvPr>
        </p:nvSpPr>
        <p:spPr/>
        <p:txBody>
          <a:bodyPr/>
          <a:lstStyle/>
          <a:p>
            <a:pPr>
              <a:defRPr/>
            </a:pPr>
            <a:r>
              <a:rPr lang="en-US"/>
              <a:t>DATA STRUCTURES – CYCLE 2 REVIEW</a:t>
            </a:r>
            <a:endParaRPr lang="en-US" dirty="0"/>
          </a:p>
        </p:txBody>
      </p:sp>
      <p:sp>
        <p:nvSpPr>
          <p:cNvPr id="7" name="Slide Number Placeholder 6"/>
          <p:cNvSpPr>
            <a:spLocks noGrp="1"/>
          </p:cNvSpPr>
          <p:nvPr>
            <p:ph type="sldNum" sz="quarter" idx="12"/>
          </p:nvPr>
        </p:nvSpPr>
        <p:spPr/>
        <p:txBody>
          <a:bodyPr/>
          <a:lstStyle/>
          <a:p>
            <a:pPr>
              <a:defRPr/>
            </a:pPr>
            <a:fld id="{7B93E55C-A662-4067-BE20-A4D82E579A38}" type="slidenum">
              <a:rPr lang="en-US" altLang="en-US" smtClean="0"/>
              <a:pPr>
                <a:defRPr/>
              </a:pPr>
              <a:t>‹#›</a:t>
            </a:fld>
            <a:endParaRPr lang="en-US" altLang="en-US"/>
          </a:p>
        </p:txBody>
      </p:sp>
    </p:spTree>
    <p:extLst>
      <p:ext uri="{BB962C8B-B14F-4D97-AF65-F5344CB8AC3E}">
        <p14:creationId xmlns:p14="http://schemas.microsoft.com/office/powerpoint/2010/main" val="2524092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330214" y="460805"/>
            <a:ext cx="8482004" cy="89197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435894" y="526617"/>
            <a:ext cx="8272212"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652FF202-46EC-4D3E-BC5D-2DCA7518EB02}" type="datetime3">
              <a:rPr lang="en-US" smtClean="0"/>
              <a:t>2 October 2025</a:t>
            </a:fld>
            <a:endParaRPr lang="en-US" dirty="0"/>
          </a:p>
        </p:txBody>
      </p:sp>
      <p:sp>
        <p:nvSpPr>
          <p:cNvPr id="5" name="Footer Placeholder 4"/>
          <p:cNvSpPr>
            <a:spLocks noGrp="1"/>
          </p:cNvSpPr>
          <p:nvPr>
            <p:ph type="ftr" sz="quarter" idx="11"/>
          </p:nvPr>
        </p:nvSpPr>
        <p:spPr/>
        <p:txBody>
          <a:bodyPr/>
          <a:lstStyle/>
          <a:p>
            <a:pPr>
              <a:defRPr/>
            </a:pPr>
            <a:r>
              <a:rPr lang="en-US"/>
              <a:t>DATA STRUCTURES – CYCLE 2 REVIEW</a:t>
            </a:r>
            <a:endParaRPr lang="en-US" dirty="0"/>
          </a:p>
        </p:txBody>
      </p:sp>
      <p:sp>
        <p:nvSpPr>
          <p:cNvPr id="6" name="Slide Number Placeholder 5"/>
          <p:cNvSpPr>
            <a:spLocks noGrp="1"/>
          </p:cNvSpPr>
          <p:nvPr>
            <p:ph type="sldNum" sz="quarter" idx="12"/>
          </p:nvPr>
        </p:nvSpPr>
        <p:spPr/>
        <p:txBody>
          <a:bodyPr/>
          <a:lstStyle/>
          <a:p>
            <a:pPr>
              <a:defRPr/>
            </a:pPr>
            <a:fld id="{9A0C11DA-FA02-4E33-93FC-C378FAF95FBA}" type="slidenum">
              <a:rPr lang="en-US" altLang="en-US" smtClean="0"/>
              <a:pPr>
                <a:defRPr/>
              </a:pPr>
              <a:t>‹#›</a:t>
            </a:fld>
            <a:endParaRPr lang="en-US" altLang="en-US"/>
          </a:p>
        </p:txBody>
      </p:sp>
    </p:spTree>
    <p:extLst>
      <p:ext uri="{BB962C8B-B14F-4D97-AF65-F5344CB8AC3E}">
        <p14:creationId xmlns:p14="http://schemas.microsoft.com/office/powerpoint/2010/main" val="1977596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1" y="449794"/>
            <a:ext cx="2180113" cy="436271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1" y="506795"/>
            <a:ext cx="1503123" cy="388730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3" y="506795"/>
            <a:ext cx="5922209" cy="388730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4467103"/>
            <a:ext cx="996106" cy="273844"/>
          </a:xfrm>
        </p:spPr>
        <p:txBody>
          <a:bodyPr/>
          <a:lstStyle>
            <a:lvl1pPr>
              <a:defRPr>
                <a:solidFill>
                  <a:schemeClr val="accent1">
                    <a:lumMod val="75000"/>
                    <a:lumOff val="25000"/>
                  </a:schemeClr>
                </a:solidFill>
              </a:defRPr>
            </a:lvl1pPr>
          </a:lstStyle>
          <a:p>
            <a:pPr>
              <a:defRPr/>
            </a:pPr>
            <a:fld id="{D7710FBC-E63B-4A3F-99C5-746946C83F15}" type="datetime3">
              <a:rPr lang="en-US" smtClean="0"/>
              <a:t>2 October 2025</a:t>
            </a:fld>
            <a:endParaRPr lang="en-US" dirty="0"/>
          </a:p>
        </p:txBody>
      </p:sp>
      <p:sp>
        <p:nvSpPr>
          <p:cNvPr id="5" name="Footer Placeholder 4"/>
          <p:cNvSpPr>
            <a:spLocks noGrp="1"/>
          </p:cNvSpPr>
          <p:nvPr>
            <p:ph type="ftr" sz="quarter" idx="11"/>
          </p:nvPr>
        </p:nvSpPr>
        <p:spPr>
          <a:xfrm>
            <a:off x="581193" y="4463859"/>
            <a:ext cx="5922209" cy="273844"/>
          </a:xfrm>
        </p:spPr>
        <p:txBody>
          <a:bodyPr/>
          <a:lstStyle/>
          <a:p>
            <a:pPr>
              <a:defRPr/>
            </a:pPr>
            <a:r>
              <a:rPr lang="en-US"/>
              <a:t>DATA STRUCTURES – CYCLE 2 REVIEW</a:t>
            </a:r>
            <a:endParaRPr lang="en-US" dirty="0"/>
          </a:p>
        </p:txBody>
      </p:sp>
      <p:sp>
        <p:nvSpPr>
          <p:cNvPr id="6" name="Slide Number Placeholder 5"/>
          <p:cNvSpPr>
            <a:spLocks noGrp="1"/>
          </p:cNvSpPr>
          <p:nvPr>
            <p:ph type="sldNum" sz="quarter" idx="12"/>
          </p:nvPr>
        </p:nvSpPr>
        <p:spPr>
          <a:xfrm>
            <a:off x="7834962" y="4467103"/>
            <a:ext cx="873146" cy="273844"/>
          </a:xfrm>
        </p:spPr>
        <p:txBody>
          <a:bodyPr/>
          <a:lstStyle>
            <a:lvl1pPr>
              <a:defRPr>
                <a:solidFill>
                  <a:schemeClr val="accent1">
                    <a:lumMod val="75000"/>
                    <a:lumOff val="25000"/>
                  </a:schemeClr>
                </a:solidFill>
              </a:defRPr>
            </a:lvl1pPr>
          </a:lstStyle>
          <a:p>
            <a:pPr>
              <a:defRPr/>
            </a:pPr>
            <a:fld id="{B1E085C4-C07B-4C80-B337-90438D59D3CD}" type="slidenum">
              <a:rPr lang="en-US" altLang="en-US" smtClean="0"/>
              <a:pPr>
                <a:defRPr/>
              </a:pPr>
              <a:t>‹#›</a:t>
            </a:fld>
            <a:endParaRPr lang="en-US" altLang="en-US"/>
          </a:p>
        </p:txBody>
      </p:sp>
    </p:spTree>
    <p:extLst>
      <p:ext uri="{BB962C8B-B14F-4D97-AF65-F5344CB8AC3E}">
        <p14:creationId xmlns:p14="http://schemas.microsoft.com/office/powerpoint/2010/main" val="2803914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5894" y="528843"/>
            <a:ext cx="8272212"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35894" y="1752002"/>
            <a:ext cx="8272212" cy="2642096"/>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04464" y="4467103"/>
            <a:ext cx="2133599" cy="273844"/>
          </a:xfrm>
          <a:prstGeom prst="rect">
            <a:avLst/>
          </a:prstGeom>
        </p:spPr>
        <p:txBody>
          <a:bodyPr vert="horz" lIns="91440" tIns="45720" rIns="91440" bIns="45720" rtlCol="0" anchor="ctr"/>
          <a:lstStyle>
            <a:lvl1pPr algn="r">
              <a:defRPr sz="675">
                <a:solidFill>
                  <a:schemeClr val="accent2"/>
                </a:solidFill>
              </a:defRPr>
            </a:lvl1pPr>
          </a:lstStyle>
          <a:p>
            <a:pPr>
              <a:defRPr/>
            </a:pPr>
            <a:fld id="{985698D1-21C9-4AB7-A66D-4E940508731C}" type="datetime3">
              <a:rPr lang="en-US" smtClean="0"/>
              <a:t>2 October 2025</a:t>
            </a:fld>
            <a:endParaRPr lang="en-US" dirty="0"/>
          </a:p>
        </p:txBody>
      </p:sp>
      <p:sp>
        <p:nvSpPr>
          <p:cNvPr id="5" name="Footer Placeholder 4"/>
          <p:cNvSpPr>
            <a:spLocks noGrp="1"/>
          </p:cNvSpPr>
          <p:nvPr>
            <p:ph type="ftr" sz="quarter" idx="3"/>
          </p:nvPr>
        </p:nvSpPr>
        <p:spPr>
          <a:xfrm>
            <a:off x="435894" y="4463859"/>
            <a:ext cx="5187908" cy="273844"/>
          </a:xfrm>
          <a:prstGeom prst="rect">
            <a:avLst/>
          </a:prstGeom>
        </p:spPr>
        <p:txBody>
          <a:bodyPr vert="horz" lIns="91440" tIns="45720" rIns="91440" bIns="45720" rtlCol="0" anchor="ctr"/>
          <a:lstStyle>
            <a:lvl1pPr algn="l">
              <a:defRPr sz="675" cap="all">
                <a:solidFill>
                  <a:schemeClr val="accent2"/>
                </a:solidFill>
              </a:defRPr>
            </a:lvl1pPr>
          </a:lstStyle>
          <a:p>
            <a:pPr>
              <a:defRPr/>
            </a:pPr>
            <a:r>
              <a:rPr lang="en-US"/>
              <a:t>DATA STRUCTURES – CYCLE 2 REVIEW</a:t>
            </a:r>
            <a:endParaRPr lang="en-US" dirty="0"/>
          </a:p>
        </p:txBody>
      </p:sp>
      <p:sp>
        <p:nvSpPr>
          <p:cNvPr id="6" name="Slide Number Placeholder 5"/>
          <p:cNvSpPr>
            <a:spLocks noGrp="1"/>
          </p:cNvSpPr>
          <p:nvPr>
            <p:ph type="sldNum" sz="quarter" idx="4"/>
          </p:nvPr>
        </p:nvSpPr>
        <p:spPr>
          <a:xfrm>
            <a:off x="7918725" y="4467103"/>
            <a:ext cx="789383" cy="273844"/>
          </a:xfrm>
          <a:prstGeom prst="rect">
            <a:avLst/>
          </a:prstGeom>
        </p:spPr>
        <p:txBody>
          <a:bodyPr vert="horz" lIns="91440" tIns="45720" rIns="91440" bIns="45720" rtlCol="0" anchor="ctr"/>
          <a:lstStyle>
            <a:lvl1pPr algn="r">
              <a:defRPr sz="675">
                <a:solidFill>
                  <a:schemeClr val="accent2"/>
                </a:solidFill>
              </a:defRPr>
            </a:lvl1pPr>
          </a:lstStyle>
          <a:p>
            <a:pPr>
              <a:defRPr/>
            </a:pPr>
            <a:fld id="{D78D2778-B29C-49DB-A26C-44F5760A332D}" type="slidenum">
              <a:rPr lang="en-US" altLang="en-US" smtClean="0"/>
              <a:pPr>
                <a:defRPr/>
              </a:pPr>
              <a:t>‹#›</a:t>
            </a:fld>
            <a:endParaRPr lang="en-US" altLang="en-US"/>
          </a:p>
        </p:txBody>
      </p:sp>
      <p:sp>
        <p:nvSpPr>
          <p:cNvPr id="9" name="Rectangle 8"/>
          <p:cNvSpPr/>
          <p:nvPr/>
        </p:nvSpPr>
        <p:spPr>
          <a:xfrm>
            <a:off x="334901" y="342900"/>
            <a:ext cx="2777490" cy="712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6031610" y="340232"/>
            <a:ext cx="2777490" cy="7391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181373" y="342900"/>
            <a:ext cx="2777490" cy="6858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825325455"/>
      </p:ext>
    </p:extLst>
  </p:cSld>
  <p:clrMap bg1="lt1" tx1="dk1" bg2="lt2" tx2="dk2" accent1="accent1" accent2="accent2" accent3="accent3" accent4="accent4" accent5="accent5" accent6="accent6" hlink="hlink" folHlink="folHlink"/>
  <p:sldLayoutIdLst>
    <p:sldLayoutId id="2147484047" r:id="rId1"/>
    <p:sldLayoutId id="2147484048" r:id="rId2"/>
    <p:sldLayoutId id="2147484049" r:id="rId3"/>
    <p:sldLayoutId id="2147484050" r:id="rId4"/>
    <p:sldLayoutId id="2147484051" r:id="rId5"/>
    <p:sldLayoutId id="2147484052" r:id="rId6"/>
    <p:sldLayoutId id="2147484053" r:id="rId7"/>
    <p:sldLayoutId id="2147484054" r:id="rId8"/>
    <p:sldLayoutId id="2147484055" r:id="rId9"/>
    <p:sldLayoutId id="2147484056" r:id="rId10"/>
    <p:sldLayoutId id="2147484057" r:id="rId11"/>
  </p:sldLayoutIdLst>
  <p:hf hdr="0" dt="0"/>
  <p:txStyles>
    <p:titleStyle>
      <a:lvl1pPr algn="l" defTabSz="34290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500" indent="-229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1350" kern="1200">
          <a:solidFill>
            <a:schemeClr val="tx2"/>
          </a:solidFill>
          <a:latin typeface="+mn-lt"/>
          <a:ea typeface="+mn-ea"/>
          <a:cs typeface="+mn-cs"/>
        </a:defRPr>
      </a:lvl1pPr>
      <a:lvl2pPr marL="472500" indent="-229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2pPr>
      <a:lvl3pPr marL="675000" indent="-202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1050" kern="1200">
          <a:solidFill>
            <a:schemeClr val="tx2"/>
          </a:solidFill>
          <a:latin typeface="+mn-lt"/>
          <a:ea typeface="+mn-ea"/>
          <a:cs typeface="+mn-cs"/>
        </a:defRPr>
      </a:lvl3pPr>
      <a:lvl4pPr marL="931500" indent="-175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4pPr>
      <a:lvl5pPr marL="1201500" indent="-175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5pPr>
      <a:lvl6pPr marL="142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5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10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52513"/>
          </a:xfrm>
          <a:solidFill>
            <a:schemeClr val="accent2"/>
          </a:solidFill>
        </p:spPr>
        <p:txBody>
          <a:bodyPr>
            <a:normAutofit fontScale="90000"/>
          </a:bodyPr>
          <a:lstStyle/>
          <a:p>
            <a:pPr algn="ctr">
              <a:defRPr/>
            </a:pPr>
            <a:r>
              <a:rPr lang="en-IN" sz="3600" dirty="0"/>
              <a:t>Cga1121/ega1121/mga1121 – DATA STRUCTURES</a:t>
            </a:r>
          </a:p>
        </p:txBody>
      </p:sp>
      <p:sp>
        <p:nvSpPr>
          <p:cNvPr id="7" name="Footer Placeholder 4"/>
          <p:cNvSpPr txBox="1">
            <a:spLocks/>
          </p:cNvSpPr>
          <p:nvPr/>
        </p:nvSpPr>
        <p:spPr>
          <a:xfrm>
            <a:off x="762000" y="1352550"/>
            <a:ext cx="7772400" cy="2743200"/>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r>
              <a:rPr lang="en-US" sz="2500" b="1" dirty="0"/>
              <a:t>Academic Year: 2023 – 2024</a:t>
            </a:r>
          </a:p>
          <a:p>
            <a:pPr algn="ctr">
              <a:defRPr/>
            </a:pPr>
            <a:r>
              <a:rPr lang="en-US" sz="2500" b="1" dirty="0"/>
              <a:t>I Year / II Semester</a:t>
            </a:r>
          </a:p>
          <a:p>
            <a:pPr algn="ctr">
              <a:defRPr/>
            </a:pPr>
            <a:endParaRPr lang="en-US" sz="2500" b="1" dirty="0"/>
          </a:p>
          <a:p>
            <a:pPr algn="ctr">
              <a:defRPr/>
            </a:pPr>
            <a:endParaRPr lang="en-US" sz="2500" b="1" dirty="0"/>
          </a:p>
          <a:p>
            <a:pPr>
              <a:defRPr/>
            </a:pPr>
            <a:r>
              <a:rPr lang="en-US" sz="2500" b="1" dirty="0"/>
              <a:t>Register Number	:927623bee092</a:t>
            </a:r>
          </a:p>
          <a:p>
            <a:pPr>
              <a:defRPr/>
            </a:pPr>
            <a:r>
              <a:rPr lang="en-US" sz="2500" b="1" dirty="0"/>
              <a:t>Name					:</a:t>
            </a:r>
            <a:r>
              <a:rPr lang="en-US" sz="2500" b="1" dirty="0" err="1"/>
              <a:t>S.Sathyasara</a:t>
            </a:r>
            <a:endParaRPr lang="en-US" sz="2500" b="1" dirty="0"/>
          </a:p>
          <a:p>
            <a:pPr>
              <a:defRPr/>
            </a:pPr>
            <a:r>
              <a:rPr lang="en-US" sz="2500" b="1" dirty="0"/>
              <a:t>Department			:EEE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59926A3-D6DE-BF77-88C6-09EA205A58DB}"/>
              </a:ext>
            </a:extLst>
          </p:cNvPr>
          <p:cNvSpPr>
            <a:spLocks noGrp="1"/>
          </p:cNvSpPr>
          <p:nvPr>
            <p:ph type="ftr" sz="quarter" idx="11"/>
          </p:nvPr>
        </p:nvSpPr>
        <p:spPr/>
        <p:txBody>
          <a:bodyPr/>
          <a:lstStyle/>
          <a:p>
            <a:pPr>
              <a:defRPr/>
            </a:pPr>
            <a:r>
              <a:rPr lang="en-US"/>
              <a:t>DATA STRUCTURES – CYCLE 2 REVIEW</a:t>
            </a:r>
            <a:endParaRPr lang="en-US" dirty="0"/>
          </a:p>
        </p:txBody>
      </p:sp>
      <p:sp>
        <p:nvSpPr>
          <p:cNvPr id="7" name="Footer Placeholder 4"/>
          <p:cNvSpPr txBox="1">
            <a:spLocks/>
          </p:cNvSpPr>
          <p:nvPr/>
        </p:nvSpPr>
        <p:spPr>
          <a:xfrm>
            <a:off x="799641" y="1271070"/>
            <a:ext cx="7747482" cy="2187577"/>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r>
              <a:rPr lang="en-US" sz="2500" b="1" dirty="0">
                <a:solidFill>
                  <a:srgbClr val="A50021"/>
                </a:solidFill>
              </a:rPr>
              <a:t>UNDO REDO FEATURE IMPLEMENTATION </a:t>
            </a:r>
          </a:p>
        </p:txBody>
      </p:sp>
      <p:sp>
        <p:nvSpPr>
          <p:cNvPr id="10" name="Title 9">
            <a:extLst>
              <a:ext uri="{FF2B5EF4-FFF2-40B4-BE49-F238E27FC236}">
                <a16:creationId xmlns:a16="http://schemas.microsoft.com/office/drawing/2014/main" id="{7E05917E-1459-9543-BDC1-EB6757DCCC2B}"/>
              </a:ext>
            </a:extLst>
          </p:cNvPr>
          <p:cNvSpPr>
            <a:spLocks noGrp="1"/>
          </p:cNvSpPr>
          <p:nvPr>
            <p:ph type="title"/>
          </p:nvPr>
        </p:nvSpPr>
        <p:spPr/>
        <p:txBody>
          <a:bodyPr/>
          <a:lstStyle/>
          <a:p>
            <a:pPr algn="ctr"/>
            <a:r>
              <a:rPr lang="en-IN" sz="2400" dirty="0"/>
              <a:t>Title of the Project</a:t>
            </a:r>
            <a:endParaRPr lang="en-IN" dirty="0"/>
          </a:p>
        </p:txBody>
      </p:sp>
      <p:sp>
        <p:nvSpPr>
          <p:cNvPr id="2" name="Slide Number Placeholder 1">
            <a:extLst>
              <a:ext uri="{FF2B5EF4-FFF2-40B4-BE49-F238E27FC236}">
                <a16:creationId xmlns:a16="http://schemas.microsoft.com/office/drawing/2014/main" id="{C886601D-4456-3AB3-EA0F-582C8A8C4272}"/>
              </a:ext>
            </a:extLst>
          </p:cNvPr>
          <p:cNvSpPr>
            <a:spLocks noGrp="1"/>
          </p:cNvSpPr>
          <p:nvPr>
            <p:ph type="sldNum" sz="quarter" idx="12"/>
          </p:nvPr>
        </p:nvSpPr>
        <p:spPr/>
        <p:txBody>
          <a:bodyPr/>
          <a:lstStyle/>
          <a:p>
            <a:pPr>
              <a:defRPr/>
            </a:pPr>
            <a:fld id="{DB554FDC-F986-4516-81A3-5CBC9634E9C1}" type="slidenum">
              <a:rPr lang="en-US" altLang="en-US" smtClean="0"/>
              <a:pPr>
                <a:defRPr/>
              </a:pPr>
              <a:t>2</a:t>
            </a:fld>
            <a:endParaRPr lang="en-US" altLang="en-US"/>
          </a:p>
        </p:txBody>
      </p:sp>
    </p:spTree>
    <p:extLst>
      <p:ext uri="{BB962C8B-B14F-4D97-AF65-F5344CB8AC3E}">
        <p14:creationId xmlns:p14="http://schemas.microsoft.com/office/powerpoint/2010/main" val="4255157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CB552-9064-2022-2FE6-8CF056A213C6}"/>
              </a:ext>
            </a:extLst>
          </p:cNvPr>
          <p:cNvSpPr>
            <a:spLocks noGrp="1"/>
          </p:cNvSpPr>
          <p:nvPr>
            <p:ph type="title"/>
          </p:nvPr>
        </p:nvSpPr>
        <p:spPr/>
        <p:txBody>
          <a:bodyPr/>
          <a:lstStyle/>
          <a:p>
            <a:pPr algn="ctr"/>
            <a:r>
              <a:rPr lang="en-IN" sz="2400" dirty="0"/>
              <a:t>Abstract </a:t>
            </a:r>
            <a:endParaRPr lang="en-IN" dirty="0"/>
          </a:p>
        </p:txBody>
      </p:sp>
      <p:sp>
        <p:nvSpPr>
          <p:cNvPr id="3" name="Content Placeholder 2">
            <a:extLst>
              <a:ext uri="{FF2B5EF4-FFF2-40B4-BE49-F238E27FC236}">
                <a16:creationId xmlns:a16="http://schemas.microsoft.com/office/drawing/2014/main" id="{65894BDA-3057-096C-18BB-A0D0D182A5A7}"/>
              </a:ext>
            </a:extLst>
          </p:cNvPr>
          <p:cNvSpPr>
            <a:spLocks noGrp="1"/>
          </p:cNvSpPr>
          <p:nvPr>
            <p:ph idx="1"/>
          </p:nvPr>
        </p:nvSpPr>
        <p:spPr>
          <a:xfrm>
            <a:off x="342900" y="1504950"/>
            <a:ext cx="8458199" cy="2889151"/>
          </a:xfrm>
        </p:spPr>
        <p:txBody>
          <a:bodyPr/>
          <a:lstStyle/>
          <a:p>
            <a:r>
              <a:rPr lang="en-US" dirty="0"/>
              <a:t>UNDO”: Erases the last change made to the document. </a:t>
            </a:r>
          </a:p>
          <a:p>
            <a:r>
              <a:rPr lang="en-US" dirty="0"/>
              <a:t>“REDO”: Restores the most recent UNDO operation performed on the document.</a:t>
            </a:r>
          </a:p>
          <a:p>
            <a:r>
              <a:rPr lang="en-US" dirty="0"/>
              <a:t>To undo an action, press Ctrl + Z. To redo an undone action, press Ctrl + Y. The Undo and Redo features let you remove or repeat single or multiple typing actions, but all actions must be undone or redone in the order you did or undid them  to</a:t>
            </a:r>
            <a:endParaRPr lang="en-IN" dirty="0"/>
          </a:p>
        </p:txBody>
      </p:sp>
      <p:sp>
        <p:nvSpPr>
          <p:cNvPr id="5" name="Footer Placeholder 4">
            <a:extLst>
              <a:ext uri="{FF2B5EF4-FFF2-40B4-BE49-F238E27FC236}">
                <a16:creationId xmlns:a16="http://schemas.microsoft.com/office/drawing/2014/main" id="{9F403579-F0D1-E1A9-9626-90D255E99861}"/>
              </a:ext>
            </a:extLst>
          </p:cNvPr>
          <p:cNvSpPr>
            <a:spLocks noGrp="1"/>
          </p:cNvSpPr>
          <p:nvPr>
            <p:ph type="ftr" sz="quarter" idx="11"/>
          </p:nvPr>
        </p:nvSpPr>
        <p:spPr/>
        <p:txBody>
          <a:bodyPr/>
          <a:lstStyle/>
          <a:p>
            <a:pPr>
              <a:defRPr/>
            </a:pPr>
            <a:r>
              <a:rPr lang="en-US"/>
              <a:t>DATA STRUCTURES – CYCLE 2 REVIEW</a:t>
            </a:r>
            <a:endParaRPr lang="en-US" dirty="0"/>
          </a:p>
        </p:txBody>
      </p:sp>
      <p:sp>
        <p:nvSpPr>
          <p:cNvPr id="7" name="Slide Number Placeholder 6">
            <a:extLst>
              <a:ext uri="{FF2B5EF4-FFF2-40B4-BE49-F238E27FC236}">
                <a16:creationId xmlns:a16="http://schemas.microsoft.com/office/drawing/2014/main" id="{43AC3C61-C76B-5057-DC29-528D2A9E3644}"/>
              </a:ext>
            </a:extLst>
          </p:cNvPr>
          <p:cNvSpPr>
            <a:spLocks noGrp="1"/>
          </p:cNvSpPr>
          <p:nvPr>
            <p:ph type="sldNum" sz="quarter" idx="12"/>
          </p:nvPr>
        </p:nvSpPr>
        <p:spPr/>
        <p:txBody>
          <a:bodyPr/>
          <a:lstStyle/>
          <a:p>
            <a:pPr>
              <a:defRPr/>
            </a:pPr>
            <a:fld id="{0E14ABD8-B1EB-4C07-9937-C8C4E38BDF00}" type="slidenum">
              <a:rPr lang="en-US" altLang="en-US" smtClean="0"/>
              <a:pPr>
                <a:defRPr/>
              </a:pPr>
              <a:t>3</a:t>
            </a:fld>
            <a:endParaRPr lang="en-US" altLang="en-US"/>
          </a:p>
        </p:txBody>
      </p:sp>
    </p:spTree>
    <p:extLst>
      <p:ext uri="{BB962C8B-B14F-4D97-AF65-F5344CB8AC3E}">
        <p14:creationId xmlns:p14="http://schemas.microsoft.com/office/powerpoint/2010/main" val="875433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0DFA7D47-ED00-F80D-DBCB-FE3C2E8CD979}"/>
              </a:ext>
            </a:extLst>
          </p:cNvPr>
          <p:cNvSpPr>
            <a:spLocks noGrp="1"/>
          </p:cNvSpPr>
          <p:nvPr>
            <p:ph type="ftr" sz="quarter" idx="11"/>
          </p:nvPr>
        </p:nvSpPr>
        <p:spPr/>
        <p:txBody>
          <a:bodyPr/>
          <a:lstStyle/>
          <a:p>
            <a:pPr>
              <a:defRPr/>
            </a:pPr>
            <a:r>
              <a:rPr lang="en-US"/>
              <a:t>DATA STRUCTURES – CYCLE 2 REVIEW</a:t>
            </a:r>
            <a:endParaRPr lang="en-US" dirty="0"/>
          </a:p>
        </p:txBody>
      </p:sp>
      <p:sp>
        <p:nvSpPr>
          <p:cNvPr id="7" name="Footer Placeholder 4"/>
          <p:cNvSpPr txBox="1">
            <a:spLocks/>
          </p:cNvSpPr>
          <p:nvPr/>
        </p:nvSpPr>
        <p:spPr>
          <a:xfrm>
            <a:off x="799641" y="1271070"/>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endParaRPr lang="en-US" sz="2500" b="1" dirty="0"/>
          </a:p>
        </p:txBody>
      </p:sp>
      <p:graphicFrame>
        <p:nvGraphicFramePr>
          <p:cNvPr id="3" name="Table 2"/>
          <p:cNvGraphicFramePr>
            <a:graphicFrameLocks noGrp="1"/>
          </p:cNvGraphicFramePr>
          <p:nvPr>
            <p:extLst>
              <p:ext uri="{D42A27DB-BD31-4B8C-83A1-F6EECF244321}">
                <p14:modId xmlns:p14="http://schemas.microsoft.com/office/powerpoint/2010/main" val="2522526356"/>
              </p:ext>
            </p:extLst>
          </p:nvPr>
        </p:nvGraphicFramePr>
        <p:xfrm>
          <a:off x="381000" y="1695448"/>
          <a:ext cx="8382000" cy="3238502"/>
        </p:xfrm>
        <a:graphic>
          <a:graphicData uri="http://schemas.openxmlformats.org/drawingml/2006/table">
            <a:tbl>
              <a:tblPr firstRow="1" bandRow="1">
                <a:tableStyleId>{5C22544A-7EE6-4342-B048-85BDC9FD1C3A}</a:tableStyleId>
              </a:tblPr>
              <a:tblGrid>
                <a:gridCol w="39624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38734">
                <a:tc>
                  <a:txBody>
                    <a:bodyPr/>
                    <a:lstStyle/>
                    <a:p>
                      <a:pPr algn="ctr"/>
                      <a:r>
                        <a:rPr lang="en-US" dirty="0"/>
                        <a:t>Abstract</a:t>
                      </a:r>
                    </a:p>
                  </a:txBody>
                  <a:tcPr/>
                </a:tc>
                <a:tc>
                  <a:txBody>
                    <a:bodyPr/>
                    <a:lstStyle/>
                    <a:p>
                      <a:pPr algn="ctr"/>
                      <a:r>
                        <a:rPr lang="en-US" dirty="0"/>
                        <a:t>CO</a:t>
                      </a:r>
                    </a:p>
                  </a:txBody>
                  <a:tcPr/>
                </a:tc>
                <a:tc>
                  <a:txBody>
                    <a:bodyPr/>
                    <a:lstStyle/>
                    <a:p>
                      <a:pPr algn="ctr"/>
                      <a:r>
                        <a:rPr lang="en-US" dirty="0"/>
                        <a:t>POs</a:t>
                      </a:r>
                    </a:p>
                  </a:txBody>
                  <a:tcPr/>
                </a:tc>
                <a:tc>
                  <a:txBody>
                    <a:bodyPr/>
                    <a:lstStyle/>
                    <a:p>
                      <a:pPr algn="ctr"/>
                      <a:r>
                        <a:rPr lang="en-US" dirty="0"/>
                        <a:t>PSO</a:t>
                      </a:r>
                    </a:p>
                  </a:txBody>
                  <a:tcPr/>
                </a:tc>
                <a:extLst>
                  <a:ext uri="{0D108BD9-81ED-4DB2-BD59-A6C34878D82A}">
                    <a16:rowId xmlns:a16="http://schemas.microsoft.com/office/drawing/2014/main" val="10000"/>
                  </a:ext>
                </a:extLst>
              </a:tr>
              <a:tr h="2799768">
                <a:tc>
                  <a:txBody>
                    <a:bodyPr/>
                    <a:lstStyle/>
                    <a:p>
                      <a:endParaRPr lang="en-US" dirty="0"/>
                    </a:p>
                    <a:p>
                      <a:endParaRPr lang="en-US" dirty="0"/>
                    </a:p>
                    <a:p>
                      <a:endParaRPr lang="en-US" dirty="0"/>
                    </a:p>
                    <a:p>
                      <a:endParaRPr lang="en-US" dirty="0"/>
                    </a:p>
                    <a:p>
                      <a:r>
                        <a:rPr lang="en-US" dirty="0"/>
                        <a:t>An undo/redo functionality is today a common feature of various interactive applications and systems. Most of today’s applications use a very simple model – all user’s actions are stored in a history buffer (stack). </a:t>
                      </a:r>
                    </a:p>
                  </a:txBody>
                  <a:tcPr/>
                </a:tc>
                <a:tc>
                  <a:txBody>
                    <a:bodyPr/>
                    <a:lstStyle/>
                    <a:p>
                      <a:endParaRPr lang="en-US" dirty="0"/>
                    </a:p>
                    <a:p>
                      <a:endParaRPr lang="en-US" dirty="0"/>
                    </a:p>
                    <a:p>
                      <a:endParaRPr lang="en-US" dirty="0"/>
                    </a:p>
                    <a:p>
                      <a:endParaRPr lang="en-US" dirty="0"/>
                    </a:p>
                    <a:p>
                      <a:endParaRPr lang="en-US" dirty="0"/>
                    </a:p>
                    <a:p>
                      <a:endParaRPr lang="en-US" dirty="0"/>
                    </a:p>
                    <a:p>
                      <a:r>
                        <a:rPr lang="en-US" dirty="0"/>
                        <a:t>          Co3</a:t>
                      </a:r>
                    </a:p>
                  </a:txBody>
                  <a:tcPr/>
                </a:tc>
                <a:tc>
                  <a:txBody>
                    <a:bodyPr/>
                    <a:lstStyle/>
                    <a:p>
                      <a:endParaRPr lang="en-US" dirty="0"/>
                    </a:p>
                    <a:p>
                      <a:endParaRPr lang="en-US" dirty="0"/>
                    </a:p>
                    <a:p>
                      <a:endParaRPr lang="en-US" dirty="0"/>
                    </a:p>
                    <a:p>
                      <a:endParaRPr lang="en-US" dirty="0"/>
                    </a:p>
                    <a:p>
                      <a:endParaRPr lang="en-US" dirty="0"/>
                    </a:p>
                    <a:p>
                      <a:r>
                        <a:rPr lang="en-US" dirty="0"/>
                        <a:t>  Po1,Po2,Po3,Po8</a:t>
                      </a:r>
                    </a:p>
                    <a:p>
                      <a:r>
                        <a:rPr lang="en-US" dirty="0"/>
                        <a:t>   Po10,Po11</a:t>
                      </a:r>
                    </a:p>
                  </a:txBody>
                  <a:tcPr/>
                </a:tc>
                <a:tc>
                  <a:txBody>
                    <a:bodyPr/>
                    <a:lstStyle/>
                    <a:p>
                      <a:endParaRPr lang="en-US" dirty="0"/>
                    </a:p>
                    <a:p>
                      <a:endParaRPr lang="en-US" dirty="0"/>
                    </a:p>
                    <a:p>
                      <a:endParaRPr lang="en-US" dirty="0"/>
                    </a:p>
                    <a:p>
                      <a:endParaRPr lang="en-US" dirty="0"/>
                    </a:p>
                    <a:p>
                      <a:endParaRPr lang="en-US" dirty="0"/>
                    </a:p>
                    <a:p>
                      <a:r>
                        <a:rPr lang="en-US" dirty="0"/>
                        <a:t>   PSO1,PSO2,</a:t>
                      </a:r>
                    </a:p>
                    <a:p>
                      <a:r>
                        <a:rPr lang="en-US" dirty="0"/>
                        <a:t>        PSO3</a:t>
                      </a:r>
                    </a:p>
                  </a:txBody>
                  <a:tcPr/>
                </a:tc>
                <a:extLst>
                  <a:ext uri="{0D108BD9-81ED-4DB2-BD59-A6C34878D82A}">
                    <a16:rowId xmlns:a16="http://schemas.microsoft.com/office/drawing/2014/main" val="10001"/>
                  </a:ext>
                </a:extLst>
              </a:tr>
            </a:tbl>
          </a:graphicData>
        </a:graphic>
      </p:graphicFrame>
      <p:sp>
        <p:nvSpPr>
          <p:cNvPr id="9" name="Title 8">
            <a:extLst>
              <a:ext uri="{FF2B5EF4-FFF2-40B4-BE49-F238E27FC236}">
                <a16:creationId xmlns:a16="http://schemas.microsoft.com/office/drawing/2014/main" id="{B41D2982-5921-8820-6121-B327A76C2313}"/>
              </a:ext>
            </a:extLst>
          </p:cNvPr>
          <p:cNvSpPr>
            <a:spLocks noGrp="1"/>
          </p:cNvSpPr>
          <p:nvPr>
            <p:ph type="title"/>
          </p:nvPr>
        </p:nvSpPr>
        <p:spPr/>
        <p:txBody>
          <a:bodyPr/>
          <a:lstStyle/>
          <a:p>
            <a:pPr algn="ctr"/>
            <a:r>
              <a:rPr lang="en-IN" sz="2400" dirty="0"/>
              <a:t>Abstract with CO/PO Mapping</a:t>
            </a:r>
            <a:endParaRPr lang="en-IN" dirty="0"/>
          </a:p>
        </p:txBody>
      </p:sp>
      <p:sp>
        <p:nvSpPr>
          <p:cNvPr id="2" name="Slide Number Placeholder 1">
            <a:extLst>
              <a:ext uri="{FF2B5EF4-FFF2-40B4-BE49-F238E27FC236}">
                <a16:creationId xmlns:a16="http://schemas.microsoft.com/office/drawing/2014/main" id="{AD7C56D7-3C8D-6027-03B8-6A96154B3A0C}"/>
              </a:ext>
            </a:extLst>
          </p:cNvPr>
          <p:cNvSpPr>
            <a:spLocks noGrp="1"/>
          </p:cNvSpPr>
          <p:nvPr>
            <p:ph type="sldNum" sz="quarter" idx="12"/>
          </p:nvPr>
        </p:nvSpPr>
        <p:spPr/>
        <p:txBody>
          <a:bodyPr/>
          <a:lstStyle/>
          <a:p>
            <a:pPr>
              <a:defRPr/>
            </a:pPr>
            <a:fld id="{DB554FDC-F986-4516-81A3-5CBC9634E9C1}" type="slidenum">
              <a:rPr lang="en-US" altLang="en-US" smtClean="0"/>
              <a:pPr>
                <a:defRPr/>
              </a:pPr>
              <a:t>4</a:t>
            </a:fld>
            <a:endParaRPr lang="en-US" altLang="en-US"/>
          </a:p>
        </p:txBody>
      </p:sp>
    </p:spTree>
    <p:extLst>
      <p:ext uri="{BB962C8B-B14F-4D97-AF65-F5344CB8AC3E}">
        <p14:creationId xmlns:p14="http://schemas.microsoft.com/office/powerpoint/2010/main" val="1162144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F4323-5210-80A9-6891-2FD74992CE91}"/>
              </a:ext>
            </a:extLst>
          </p:cNvPr>
          <p:cNvSpPr>
            <a:spLocks noGrp="1"/>
          </p:cNvSpPr>
          <p:nvPr>
            <p:ph type="title"/>
          </p:nvPr>
        </p:nvSpPr>
        <p:spPr/>
        <p:txBody>
          <a:bodyPr/>
          <a:lstStyle/>
          <a:p>
            <a:pPr algn="ctr"/>
            <a:r>
              <a:rPr lang="en-IN" sz="2400" dirty="0"/>
              <a:t>Introduction</a:t>
            </a:r>
            <a:endParaRPr lang="en-IN" dirty="0"/>
          </a:p>
        </p:txBody>
      </p:sp>
      <p:sp>
        <p:nvSpPr>
          <p:cNvPr id="3" name="Content Placeholder 2">
            <a:extLst>
              <a:ext uri="{FF2B5EF4-FFF2-40B4-BE49-F238E27FC236}">
                <a16:creationId xmlns:a16="http://schemas.microsoft.com/office/drawing/2014/main" id="{5753BF69-1C78-F823-3EFC-69FA8564C97F}"/>
              </a:ext>
            </a:extLst>
          </p:cNvPr>
          <p:cNvSpPr>
            <a:spLocks noGrp="1"/>
          </p:cNvSpPr>
          <p:nvPr>
            <p:ph idx="1"/>
          </p:nvPr>
        </p:nvSpPr>
        <p:spPr/>
        <p:txBody>
          <a:bodyPr/>
          <a:lstStyle/>
          <a:p>
            <a:r>
              <a:rPr lang="en-US" dirty="0"/>
              <a:t>An undo/redo functionality is today a common feature of various interactive applications and systems. Most of today’s applications use a very simple model – all user’s actions are stored in a history buffer (stack). Only the most recent action may be undone by performing an inverse operation.</a:t>
            </a:r>
          </a:p>
          <a:p>
            <a:r>
              <a:rPr lang="en-US" dirty="0"/>
              <a:t>To undo an action, press Ctrl + Z. To redo an undone action, press Ctrl + Y. The Undo and Redo features let you remove or repeat single or multiple typing actions, but all actions must be undone or redone in the order you did or undid them</a:t>
            </a:r>
            <a:endParaRPr lang="en-IN" dirty="0"/>
          </a:p>
        </p:txBody>
      </p:sp>
      <p:sp>
        <p:nvSpPr>
          <p:cNvPr id="5" name="Footer Placeholder 4">
            <a:extLst>
              <a:ext uri="{FF2B5EF4-FFF2-40B4-BE49-F238E27FC236}">
                <a16:creationId xmlns:a16="http://schemas.microsoft.com/office/drawing/2014/main" id="{CC405221-347E-9CCD-BA88-4C53ECC3746E}"/>
              </a:ext>
            </a:extLst>
          </p:cNvPr>
          <p:cNvSpPr>
            <a:spLocks noGrp="1"/>
          </p:cNvSpPr>
          <p:nvPr>
            <p:ph type="ftr" sz="quarter" idx="11"/>
          </p:nvPr>
        </p:nvSpPr>
        <p:spPr/>
        <p:txBody>
          <a:bodyPr/>
          <a:lstStyle/>
          <a:p>
            <a:pPr>
              <a:defRPr/>
            </a:pPr>
            <a:r>
              <a:rPr lang="en-US"/>
              <a:t>DATA STRUCTURES – CYCLE 2 REVIEW</a:t>
            </a:r>
            <a:endParaRPr lang="en-US" dirty="0"/>
          </a:p>
        </p:txBody>
      </p:sp>
      <p:sp>
        <p:nvSpPr>
          <p:cNvPr id="7" name="Slide Number Placeholder 6">
            <a:extLst>
              <a:ext uri="{FF2B5EF4-FFF2-40B4-BE49-F238E27FC236}">
                <a16:creationId xmlns:a16="http://schemas.microsoft.com/office/drawing/2014/main" id="{9A301987-B1F1-10D2-62E5-6C820939DD16}"/>
              </a:ext>
            </a:extLst>
          </p:cNvPr>
          <p:cNvSpPr>
            <a:spLocks noGrp="1"/>
          </p:cNvSpPr>
          <p:nvPr>
            <p:ph type="sldNum" sz="quarter" idx="12"/>
          </p:nvPr>
        </p:nvSpPr>
        <p:spPr/>
        <p:txBody>
          <a:bodyPr/>
          <a:lstStyle/>
          <a:p>
            <a:pPr>
              <a:defRPr/>
            </a:pPr>
            <a:fld id="{0E14ABD8-B1EB-4C07-9937-C8C4E38BDF00}" type="slidenum">
              <a:rPr lang="en-US" altLang="en-US" smtClean="0"/>
              <a:pPr>
                <a:defRPr/>
              </a:pPr>
              <a:t>5</a:t>
            </a:fld>
            <a:endParaRPr lang="en-US" altLang="en-US"/>
          </a:p>
        </p:txBody>
      </p:sp>
    </p:spTree>
    <p:extLst>
      <p:ext uri="{BB962C8B-B14F-4D97-AF65-F5344CB8AC3E}">
        <p14:creationId xmlns:p14="http://schemas.microsoft.com/office/powerpoint/2010/main" val="1414699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BB6BB-2415-497F-4C70-6A70B013581E}"/>
              </a:ext>
            </a:extLst>
          </p:cNvPr>
          <p:cNvSpPr>
            <a:spLocks noGrp="1"/>
          </p:cNvSpPr>
          <p:nvPr>
            <p:ph type="title"/>
          </p:nvPr>
        </p:nvSpPr>
        <p:spPr/>
        <p:txBody>
          <a:bodyPr/>
          <a:lstStyle/>
          <a:p>
            <a:pPr algn="ctr"/>
            <a:r>
              <a:rPr lang="en-IN" sz="2400" dirty="0"/>
              <a:t>Data Structure Used</a:t>
            </a:r>
            <a:endParaRPr lang="en-IN" dirty="0"/>
          </a:p>
        </p:txBody>
      </p:sp>
      <p:sp>
        <p:nvSpPr>
          <p:cNvPr id="3" name="Content Placeholder 2">
            <a:extLst>
              <a:ext uri="{FF2B5EF4-FFF2-40B4-BE49-F238E27FC236}">
                <a16:creationId xmlns:a16="http://schemas.microsoft.com/office/drawing/2014/main" id="{2AC2A75F-B902-2E39-B132-184CA4C15438}"/>
              </a:ext>
            </a:extLst>
          </p:cNvPr>
          <p:cNvSpPr>
            <a:spLocks noGrp="1"/>
          </p:cNvSpPr>
          <p:nvPr>
            <p:ph idx="1"/>
          </p:nvPr>
        </p:nvSpPr>
        <p:spPr>
          <a:xfrm>
            <a:off x="304801" y="1581150"/>
            <a:ext cx="8458200" cy="2882709"/>
          </a:xfrm>
        </p:spPr>
        <p:txBody>
          <a:bodyPr/>
          <a:lstStyle/>
          <a:p>
            <a:r>
              <a:rPr lang="en-US" dirty="0"/>
              <a:t>It seems to be a popular opinion that “</a:t>
            </a:r>
            <a:r>
              <a:rPr lang="en-US" b="1" u="sng" dirty="0"/>
              <a:t>THE RIGHT WAY</a:t>
            </a:r>
            <a:r>
              <a:rPr lang="en-US" dirty="0"/>
              <a:t>” to implement undo/redo is “using a stack.” (particularly in the context of an algorithms and data structures interview )</a:t>
            </a:r>
          </a:p>
          <a:p>
            <a:endParaRPr lang="en-US" dirty="0"/>
          </a:p>
          <a:p>
            <a:endParaRPr lang="en-US" dirty="0"/>
          </a:p>
          <a:p>
            <a:pPr marL="0" indent="0">
              <a:buNone/>
            </a:pPr>
            <a:endParaRPr lang="en-US" dirty="0"/>
          </a:p>
          <a:p>
            <a:pPr marL="0" indent="0">
              <a:buNone/>
            </a:pPr>
            <a:endParaRPr lang="en-US" dirty="0"/>
          </a:p>
          <a:p>
            <a:pPr marL="0" indent="0">
              <a:buNone/>
            </a:pPr>
            <a:r>
              <a:rPr lang="en-US"/>
              <a:t>The </a:t>
            </a:r>
            <a:r>
              <a:rPr lang="en-US" dirty="0"/>
              <a:t>Memento Design Pattern is a common solution in software that extracts development for implementing undo/redo functionality. It allows for the preservation of an object’s state at a particular point in time, so that it can be restored later .</a:t>
            </a:r>
            <a:endParaRPr lang="en-IN" dirty="0"/>
          </a:p>
        </p:txBody>
      </p:sp>
      <p:sp>
        <p:nvSpPr>
          <p:cNvPr id="5" name="Footer Placeholder 4">
            <a:extLst>
              <a:ext uri="{FF2B5EF4-FFF2-40B4-BE49-F238E27FC236}">
                <a16:creationId xmlns:a16="http://schemas.microsoft.com/office/drawing/2014/main" id="{F55EE2C0-12B3-E6E1-5A16-64A0C6634B04}"/>
              </a:ext>
            </a:extLst>
          </p:cNvPr>
          <p:cNvSpPr>
            <a:spLocks noGrp="1"/>
          </p:cNvSpPr>
          <p:nvPr>
            <p:ph type="ftr" sz="quarter" idx="11"/>
          </p:nvPr>
        </p:nvSpPr>
        <p:spPr/>
        <p:txBody>
          <a:bodyPr/>
          <a:lstStyle/>
          <a:p>
            <a:pPr>
              <a:defRPr/>
            </a:pPr>
            <a:r>
              <a:rPr lang="en-US"/>
              <a:t>DATA STRUCTURES – CYCLE 2 REVIEW</a:t>
            </a:r>
            <a:endParaRPr lang="en-US" dirty="0"/>
          </a:p>
        </p:txBody>
      </p:sp>
      <p:sp>
        <p:nvSpPr>
          <p:cNvPr id="7" name="Slide Number Placeholder 6">
            <a:extLst>
              <a:ext uri="{FF2B5EF4-FFF2-40B4-BE49-F238E27FC236}">
                <a16:creationId xmlns:a16="http://schemas.microsoft.com/office/drawing/2014/main" id="{4DFF6819-E370-1E5E-9C65-B707FF690806}"/>
              </a:ext>
            </a:extLst>
          </p:cNvPr>
          <p:cNvSpPr>
            <a:spLocks noGrp="1"/>
          </p:cNvSpPr>
          <p:nvPr>
            <p:ph type="sldNum" sz="quarter" idx="12"/>
          </p:nvPr>
        </p:nvSpPr>
        <p:spPr>
          <a:xfrm>
            <a:off x="8610600" y="4467103"/>
            <a:ext cx="304800" cy="273844"/>
          </a:xfrm>
        </p:spPr>
        <p:txBody>
          <a:bodyPr/>
          <a:lstStyle/>
          <a:p>
            <a:pPr>
              <a:defRPr/>
            </a:pPr>
            <a:fld id="{0E14ABD8-B1EB-4C07-9937-C8C4E38BDF00}" type="slidenum">
              <a:rPr lang="en-US" altLang="en-US" smtClean="0"/>
              <a:pPr>
                <a:defRPr/>
              </a:pPr>
              <a:t>6</a:t>
            </a:fld>
            <a:endParaRPr lang="en-US" altLang="en-US" dirty="0"/>
          </a:p>
        </p:txBody>
      </p:sp>
    </p:spTree>
    <p:extLst>
      <p:ext uri="{BB962C8B-B14F-4D97-AF65-F5344CB8AC3E}">
        <p14:creationId xmlns:p14="http://schemas.microsoft.com/office/powerpoint/2010/main" val="3300557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FB43-016D-4DDB-52D8-BCF00F70ED73}"/>
              </a:ext>
            </a:extLst>
          </p:cNvPr>
          <p:cNvSpPr>
            <a:spLocks noGrp="1"/>
          </p:cNvSpPr>
          <p:nvPr>
            <p:ph type="title"/>
          </p:nvPr>
        </p:nvSpPr>
        <p:spPr/>
        <p:txBody>
          <a:bodyPr/>
          <a:lstStyle/>
          <a:p>
            <a:pPr algn="ctr"/>
            <a:r>
              <a:rPr lang="en-IN" sz="2400" dirty="0"/>
              <a:t>Proposed Architecture</a:t>
            </a:r>
            <a:endParaRPr lang="en-IN" dirty="0"/>
          </a:p>
        </p:txBody>
      </p:sp>
      <p:sp>
        <p:nvSpPr>
          <p:cNvPr id="3" name="Content Placeholder 2">
            <a:extLst>
              <a:ext uri="{FF2B5EF4-FFF2-40B4-BE49-F238E27FC236}">
                <a16:creationId xmlns:a16="http://schemas.microsoft.com/office/drawing/2014/main" id="{69205B87-D31D-35BC-89D0-5983FF151B58}"/>
              </a:ext>
            </a:extLst>
          </p:cNvPr>
          <p:cNvSpPr>
            <a:spLocks noGrp="1"/>
          </p:cNvSpPr>
          <p:nvPr>
            <p:ph idx="1"/>
          </p:nvPr>
        </p:nvSpPr>
        <p:spPr/>
        <p:txBody>
          <a:bodyPr/>
          <a:lstStyle/>
          <a:p>
            <a:r>
              <a:rPr lang="en-US" dirty="0"/>
              <a:t>The stack data structure can be used to implement undo and redo functionality in applications where changes are made to data or objects. Each time a change is made, the previous state can be pushed onto the undo stack</a:t>
            </a:r>
          </a:p>
          <a:p>
            <a:r>
              <a:rPr lang="en-US" dirty="0"/>
              <a:t>The Memento Design Pattern is a common solution in software development for implementing undo/redo functionality. It allows for the preservation of an object’s state at a particular point in time, so that it can be restored later.</a:t>
            </a:r>
            <a:endParaRPr lang="en-IN" dirty="0"/>
          </a:p>
        </p:txBody>
      </p:sp>
      <p:sp>
        <p:nvSpPr>
          <p:cNvPr id="5" name="Footer Placeholder 4">
            <a:extLst>
              <a:ext uri="{FF2B5EF4-FFF2-40B4-BE49-F238E27FC236}">
                <a16:creationId xmlns:a16="http://schemas.microsoft.com/office/drawing/2014/main" id="{AFAF8B42-1B21-5C6F-AF75-1ADAF6ED8B08}"/>
              </a:ext>
            </a:extLst>
          </p:cNvPr>
          <p:cNvSpPr>
            <a:spLocks noGrp="1"/>
          </p:cNvSpPr>
          <p:nvPr>
            <p:ph type="ftr" sz="quarter" idx="11"/>
          </p:nvPr>
        </p:nvSpPr>
        <p:spPr/>
        <p:txBody>
          <a:bodyPr/>
          <a:lstStyle/>
          <a:p>
            <a:pPr>
              <a:defRPr/>
            </a:pPr>
            <a:r>
              <a:rPr lang="en-US"/>
              <a:t>DATA STRUCTURES – CYCLE 2 REVIEW</a:t>
            </a:r>
            <a:endParaRPr lang="en-US" dirty="0"/>
          </a:p>
        </p:txBody>
      </p:sp>
      <p:sp>
        <p:nvSpPr>
          <p:cNvPr id="7" name="Slide Number Placeholder 6">
            <a:extLst>
              <a:ext uri="{FF2B5EF4-FFF2-40B4-BE49-F238E27FC236}">
                <a16:creationId xmlns:a16="http://schemas.microsoft.com/office/drawing/2014/main" id="{E1604794-EEDA-AE33-9423-E4B03D6FD310}"/>
              </a:ext>
            </a:extLst>
          </p:cNvPr>
          <p:cNvSpPr>
            <a:spLocks noGrp="1"/>
          </p:cNvSpPr>
          <p:nvPr>
            <p:ph type="sldNum" sz="quarter" idx="12"/>
          </p:nvPr>
        </p:nvSpPr>
        <p:spPr/>
        <p:txBody>
          <a:bodyPr/>
          <a:lstStyle/>
          <a:p>
            <a:pPr>
              <a:defRPr/>
            </a:pPr>
            <a:fld id="{0E14ABD8-B1EB-4C07-9937-C8C4E38BDF00}" type="slidenum">
              <a:rPr lang="en-US" altLang="en-US" smtClean="0"/>
              <a:pPr>
                <a:defRPr/>
              </a:pPr>
              <a:t>7</a:t>
            </a:fld>
            <a:endParaRPr lang="en-US" altLang="en-US"/>
          </a:p>
        </p:txBody>
      </p:sp>
    </p:spTree>
    <p:extLst>
      <p:ext uri="{BB962C8B-B14F-4D97-AF65-F5344CB8AC3E}">
        <p14:creationId xmlns:p14="http://schemas.microsoft.com/office/powerpoint/2010/main" val="77718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63E8D-3F63-8ED5-2478-E9C00D1B15F2}"/>
              </a:ext>
            </a:extLst>
          </p:cNvPr>
          <p:cNvSpPr>
            <a:spLocks noGrp="1"/>
          </p:cNvSpPr>
          <p:nvPr>
            <p:ph type="title"/>
          </p:nvPr>
        </p:nvSpPr>
        <p:spPr/>
        <p:txBody>
          <a:bodyPr/>
          <a:lstStyle/>
          <a:p>
            <a:pPr algn="ctr"/>
            <a:r>
              <a:rPr lang="en-IN" sz="2400" dirty="0"/>
              <a:t>Proposed Architecture  - Description</a:t>
            </a:r>
            <a:endParaRPr lang="en-IN" dirty="0"/>
          </a:p>
        </p:txBody>
      </p:sp>
      <p:sp>
        <p:nvSpPr>
          <p:cNvPr id="3" name="Content Placeholder 2">
            <a:extLst>
              <a:ext uri="{FF2B5EF4-FFF2-40B4-BE49-F238E27FC236}">
                <a16:creationId xmlns:a16="http://schemas.microsoft.com/office/drawing/2014/main" id="{CC760B63-A96A-6A6A-36D0-908FBAB9B943}"/>
              </a:ext>
            </a:extLst>
          </p:cNvPr>
          <p:cNvSpPr>
            <a:spLocks noGrp="1"/>
          </p:cNvSpPr>
          <p:nvPr>
            <p:ph idx="1"/>
          </p:nvPr>
        </p:nvSpPr>
        <p:spPr>
          <a:xfrm>
            <a:off x="435894" y="1657350"/>
            <a:ext cx="8327106" cy="2758727"/>
          </a:xfrm>
        </p:spPr>
        <p:txBody>
          <a:bodyPr/>
          <a:lstStyle/>
          <a:p>
            <a:r>
              <a:rPr lang="en-US" dirty="0"/>
              <a:t>The Undo and Redo features let you remove or repeat single or multiple typing actions, but all actions must be undone or redone in the order you did or undid them</a:t>
            </a:r>
          </a:p>
          <a:p>
            <a:r>
              <a:rPr lang="en-US" dirty="0"/>
              <a:t> Command </a:t>
            </a:r>
            <a:r>
              <a:rPr lang="en-US" dirty="0" err="1"/>
              <a:t>Pattern:Use</a:t>
            </a:r>
            <a:r>
              <a:rPr lang="en-US" dirty="0"/>
              <a:t> the Command Pattern to encapsulate all changes in a way that allows undoing and </a:t>
            </a:r>
            <a:r>
              <a:rPr lang="en-US" dirty="0" err="1"/>
              <a:t>redoing.Each</a:t>
            </a:r>
            <a:r>
              <a:rPr lang="en-US" dirty="0"/>
              <a:t> user action is represented as a Command object.</a:t>
            </a:r>
          </a:p>
          <a:p>
            <a:r>
              <a:rPr lang="en-US" dirty="0"/>
              <a:t>Command </a:t>
            </a:r>
            <a:r>
              <a:rPr lang="en-US" dirty="0" err="1"/>
              <a:t>Object:Interface</a:t>
            </a:r>
            <a:r>
              <a:rPr lang="en-US" dirty="0"/>
              <a:t>: Defines the methods execute() and </a:t>
            </a:r>
            <a:r>
              <a:rPr lang="en-US" dirty="0" err="1"/>
              <a:t>unexecute</a:t>
            </a:r>
            <a:r>
              <a:rPr lang="en-US" dirty="0"/>
              <a:t>().Concrete Command: Implements the execute() and </a:t>
            </a:r>
            <a:r>
              <a:rPr lang="en-US" dirty="0" err="1"/>
              <a:t>unexecute</a:t>
            </a:r>
            <a:r>
              <a:rPr lang="en-US" dirty="0"/>
              <a:t>() methods for specific actions.</a:t>
            </a:r>
          </a:p>
        </p:txBody>
      </p:sp>
      <p:sp>
        <p:nvSpPr>
          <p:cNvPr id="5" name="Footer Placeholder 4">
            <a:extLst>
              <a:ext uri="{FF2B5EF4-FFF2-40B4-BE49-F238E27FC236}">
                <a16:creationId xmlns:a16="http://schemas.microsoft.com/office/drawing/2014/main" id="{10EB4194-110F-D7FD-0DF4-398A93C90EAF}"/>
              </a:ext>
            </a:extLst>
          </p:cNvPr>
          <p:cNvSpPr>
            <a:spLocks noGrp="1"/>
          </p:cNvSpPr>
          <p:nvPr>
            <p:ph type="ftr" sz="quarter" idx="11"/>
          </p:nvPr>
        </p:nvSpPr>
        <p:spPr/>
        <p:txBody>
          <a:bodyPr/>
          <a:lstStyle/>
          <a:p>
            <a:pPr>
              <a:defRPr/>
            </a:pPr>
            <a:r>
              <a:rPr lang="en-US"/>
              <a:t>DATA STRUCTURES – CYCLE 2 REVIEW</a:t>
            </a:r>
            <a:endParaRPr lang="en-US" dirty="0"/>
          </a:p>
        </p:txBody>
      </p:sp>
      <p:sp>
        <p:nvSpPr>
          <p:cNvPr id="7" name="Slide Number Placeholder 6">
            <a:extLst>
              <a:ext uri="{FF2B5EF4-FFF2-40B4-BE49-F238E27FC236}">
                <a16:creationId xmlns:a16="http://schemas.microsoft.com/office/drawing/2014/main" id="{571B4013-D11D-469D-3A8B-B245708BC573}"/>
              </a:ext>
            </a:extLst>
          </p:cNvPr>
          <p:cNvSpPr>
            <a:spLocks noGrp="1"/>
          </p:cNvSpPr>
          <p:nvPr>
            <p:ph type="sldNum" sz="quarter" idx="12"/>
          </p:nvPr>
        </p:nvSpPr>
        <p:spPr/>
        <p:txBody>
          <a:bodyPr/>
          <a:lstStyle/>
          <a:p>
            <a:pPr>
              <a:defRPr/>
            </a:pPr>
            <a:fld id="{0E14ABD8-B1EB-4C07-9937-C8C4E38BDF00}" type="slidenum">
              <a:rPr lang="en-US" altLang="en-US" smtClean="0"/>
              <a:pPr>
                <a:defRPr/>
              </a:pPr>
              <a:t>8</a:t>
            </a:fld>
            <a:endParaRPr lang="en-US" altLang="en-US"/>
          </a:p>
        </p:txBody>
      </p:sp>
    </p:spTree>
    <p:extLst>
      <p:ext uri="{BB962C8B-B14F-4D97-AF65-F5344CB8AC3E}">
        <p14:creationId xmlns:p14="http://schemas.microsoft.com/office/powerpoint/2010/main" val="3458201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DCA39-F852-6A6D-B959-E7D4008CDFD0}"/>
              </a:ext>
            </a:extLst>
          </p:cNvPr>
          <p:cNvSpPr>
            <a:spLocks noGrp="1"/>
          </p:cNvSpPr>
          <p:nvPr>
            <p:ph type="title"/>
          </p:nvPr>
        </p:nvSpPr>
        <p:spPr/>
        <p:txBody>
          <a:bodyPr/>
          <a:lstStyle/>
          <a:p>
            <a:pPr algn="ctr"/>
            <a:r>
              <a:rPr lang="en-IN" sz="2400" dirty="0"/>
              <a:t>Proposed Architecture  - Description</a:t>
            </a:r>
            <a:endParaRPr lang="en-IN" dirty="0"/>
          </a:p>
        </p:txBody>
      </p:sp>
      <p:sp>
        <p:nvSpPr>
          <p:cNvPr id="3" name="Content Placeholder 2">
            <a:extLst>
              <a:ext uri="{FF2B5EF4-FFF2-40B4-BE49-F238E27FC236}">
                <a16:creationId xmlns:a16="http://schemas.microsoft.com/office/drawing/2014/main" id="{F49DAC3F-E57C-3018-3D68-7A5417F75691}"/>
              </a:ext>
            </a:extLst>
          </p:cNvPr>
          <p:cNvSpPr>
            <a:spLocks noGrp="1"/>
          </p:cNvSpPr>
          <p:nvPr>
            <p:ph idx="1"/>
          </p:nvPr>
        </p:nvSpPr>
        <p:spPr>
          <a:xfrm>
            <a:off x="435895" y="1627878"/>
            <a:ext cx="8272211" cy="2758727"/>
          </a:xfrm>
        </p:spPr>
        <p:txBody>
          <a:bodyPr>
            <a:normAutofit/>
          </a:bodyPr>
          <a:lstStyle/>
          <a:p>
            <a:pPr marL="0" indent="0">
              <a:buNone/>
            </a:pPr>
            <a:r>
              <a:rPr lang="en-US" dirty="0" err="1"/>
              <a:t>ConsiderationsState</a:t>
            </a:r>
            <a:r>
              <a:rPr lang="en-US" dirty="0"/>
              <a:t> </a:t>
            </a:r>
            <a:r>
              <a:rPr lang="en-US" dirty="0" err="1"/>
              <a:t>Management:Ensure</a:t>
            </a:r>
            <a:r>
              <a:rPr lang="en-US" dirty="0"/>
              <a:t> that the state is consistent after each </a:t>
            </a:r>
            <a:r>
              <a:rPr lang="en-US" dirty="0" err="1"/>
              <a:t>operation.Consider</a:t>
            </a:r>
            <a:r>
              <a:rPr lang="en-US" dirty="0"/>
              <a:t> saving intermediate states if needed for complex operations.</a:t>
            </a:r>
          </a:p>
          <a:p>
            <a:pPr marL="0" indent="0">
              <a:buNone/>
            </a:pPr>
            <a:r>
              <a:rPr lang="en-US" dirty="0" err="1"/>
              <a:t>Performance:Avoid</a:t>
            </a:r>
            <a:r>
              <a:rPr lang="en-US" dirty="0"/>
              <a:t> large memory overhead by optimizing command </a:t>
            </a:r>
            <a:r>
              <a:rPr lang="en-US" dirty="0" err="1"/>
              <a:t>storage.Implement</a:t>
            </a:r>
            <a:r>
              <a:rPr lang="en-US" dirty="0"/>
              <a:t> command compression for repetitive operations.</a:t>
            </a:r>
          </a:p>
          <a:p>
            <a:pPr marL="0" indent="0">
              <a:buNone/>
            </a:pPr>
            <a:r>
              <a:rPr lang="en-US" dirty="0" err="1"/>
              <a:t>Extensibility:Allow</a:t>
            </a:r>
            <a:r>
              <a:rPr lang="en-US" dirty="0"/>
              <a:t> for easy addition of new command </a:t>
            </a:r>
            <a:r>
              <a:rPr lang="en-US" dirty="0" err="1"/>
              <a:t>types.Ensure</a:t>
            </a:r>
            <a:r>
              <a:rPr lang="en-US" dirty="0"/>
              <a:t> the architecture supports complex undo-redo operations, like batch operations or nested commands.</a:t>
            </a:r>
          </a:p>
          <a:p>
            <a:pPr marL="0" indent="0">
              <a:buNone/>
            </a:pPr>
            <a:r>
              <a:rPr lang="en-US" dirty="0" err="1"/>
              <a:t>Concurrency:If</a:t>
            </a:r>
            <a:r>
              <a:rPr lang="en-US" dirty="0"/>
              <a:t> the application is multi-threaded, ensure thread-safe operations on the command </a:t>
            </a:r>
            <a:r>
              <a:rPr lang="en-US" dirty="0" err="1"/>
              <a:t>stacks.This</a:t>
            </a:r>
            <a:r>
              <a:rPr lang="en-US" dirty="0"/>
              <a:t> architecture provides a robust framework for implementing undo-redo functionality in various applications, such as text editors, graphic editors, and more.</a:t>
            </a:r>
            <a:endParaRPr lang="en-IN" dirty="0"/>
          </a:p>
        </p:txBody>
      </p:sp>
      <p:sp>
        <p:nvSpPr>
          <p:cNvPr id="5" name="Footer Placeholder 4">
            <a:extLst>
              <a:ext uri="{FF2B5EF4-FFF2-40B4-BE49-F238E27FC236}">
                <a16:creationId xmlns:a16="http://schemas.microsoft.com/office/drawing/2014/main" id="{309F3ECE-CD24-3541-396C-569C1553B48B}"/>
              </a:ext>
            </a:extLst>
          </p:cNvPr>
          <p:cNvSpPr>
            <a:spLocks noGrp="1"/>
          </p:cNvSpPr>
          <p:nvPr>
            <p:ph type="ftr" sz="quarter" idx="11"/>
          </p:nvPr>
        </p:nvSpPr>
        <p:spPr/>
        <p:txBody>
          <a:bodyPr/>
          <a:lstStyle/>
          <a:p>
            <a:pPr>
              <a:defRPr/>
            </a:pPr>
            <a:r>
              <a:rPr lang="en-US"/>
              <a:t>DATA STRUCTURES – CYCLE 2 REVIEW</a:t>
            </a:r>
            <a:endParaRPr lang="en-US" dirty="0"/>
          </a:p>
        </p:txBody>
      </p:sp>
      <p:sp>
        <p:nvSpPr>
          <p:cNvPr id="7" name="Slide Number Placeholder 6">
            <a:extLst>
              <a:ext uri="{FF2B5EF4-FFF2-40B4-BE49-F238E27FC236}">
                <a16:creationId xmlns:a16="http://schemas.microsoft.com/office/drawing/2014/main" id="{6046962F-2B37-68D1-1E2D-723CC2BBD805}"/>
              </a:ext>
            </a:extLst>
          </p:cNvPr>
          <p:cNvSpPr>
            <a:spLocks noGrp="1"/>
          </p:cNvSpPr>
          <p:nvPr>
            <p:ph type="sldNum" sz="quarter" idx="12"/>
          </p:nvPr>
        </p:nvSpPr>
        <p:spPr/>
        <p:txBody>
          <a:bodyPr/>
          <a:lstStyle/>
          <a:p>
            <a:pPr>
              <a:defRPr/>
            </a:pPr>
            <a:fld id="{0E14ABD8-B1EB-4C07-9937-C8C4E38BDF00}" type="slidenum">
              <a:rPr lang="en-US" altLang="en-US" smtClean="0"/>
              <a:pPr>
                <a:defRPr/>
              </a:pPr>
              <a:t>9</a:t>
            </a:fld>
            <a:endParaRPr lang="en-US" altLang="en-US"/>
          </a:p>
        </p:txBody>
      </p:sp>
    </p:spTree>
    <p:extLst>
      <p:ext uri="{BB962C8B-B14F-4D97-AF65-F5344CB8AC3E}">
        <p14:creationId xmlns:p14="http://schemas.microsoft.com/office/powerpoint/2010/main" val="3259449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0E8CD-B6C3-C340-0D91-BCD437C40468}"/>
              </a:ext>
            </a:extLst>
          </p:cNvPr>
          <p:cNvSpPr>
            <a:spLocks noGrp="1"/>
          </p:cNvSpPr>
          <p:nvPr>
            <p:ph type="title"/>
          </p:nvPr>
        </p:nvSpPr>
        <p:spPr/>
        <p:txBody>
          <a:bodyPr/>
          <a:lstStyle/>
          <a:p>
            <a:pPr algn="ctr"/>
            <a:r>
              <a:rPr lang="en-IN" sz="2400" dirty="0"/>
              <a:t>List of Modules</a:t>
            </a:r>
            <a:endParaRPr lang="en-IN" dirty="0"/>
          </a:p>
        </p:txBody>
      </p:sp>
      <p:sp>
        <p:nvSpPr>
          <p:cNvPr id="3" name="Content Placeholder 2">
            <a:extLst>
              <a:ext uri="{FF2B5EF4-FFF2-40B4-BE49-F238E27FC236}">
                <a16:creationId xmlns:a16="http://schemas.microsoft.com/office/drawing/2014/main" id="{F498DCEC-7ACA-7687-5074-5D991881E0C3}"/>
              </a:ext>
            </a:extLst>
          </p:cNvPr>
          <p:cNvSpPr>
            <a:spLocks noGrp="1"/>
          </p:cNvSpPr>
          <p:nvPr>
            <p:ph idx="1"/>
          </p:nvPr>
        </p:nvSpPr>
        <p:spPr>
          <a:xfrm>
            <a:off x="351376" y="1598372"/>
            <a:ext cx="8272211" cy="2758727"/>
          </a:xfrm>
        </p:spPr>
        <p:txBody>
          <a:bodyPr/>
          <a:lstStyle/>
          <a:p>
            <a:r>
              <a:rPr lang="en-US" u="sng" dirty="0">
                <a:solidFill>
                  <a:srgbClr val="000066"/>
                </a:solidFill>
              </a:rPr>
              <a:t>Command Interface and Concrete Commands Module:</a:t>
            </a:r>
          </a:p>
          <a:p>
            <a:r>
              <a:rPr lang="en-US" dirty="0"/>
              <a:t>Command </a:t>
            </a:r>
            <a:r>
              <a:rPr lang="en-US" dirty="0" err="1"/>
              <a:t>Interface:Defines</a:t>
            </a:r>
            <a:r>
              <a:rPr lang="en-US" dirty="0"/>
              <a:t> the methods that every command must implement (execute() and </a:t>
            </a:r>
            <a:r>
              <a:rPr lang="en-US" dirty="0" err="1"/>
              <a:t>unexecute</a:t>
            </a:r>
            <a:r>
              <a:rPr lang="en-US" dirty="0"/>
              <a:t>()).</a:t>
            </a:r>
          </a:p>
          <a:p>
            <a:r>
              <a:rPr lang="en-US" dirty="0"/>
              <a:t>Concrete </a:t>
            </a:r>
            <a:r>
              <a:rPr lang="en-US" dirty="0" err="1"/>
              <a:t>Commands:Implement</a:t>
            </a:r>
            <a:r>
              <a:rPr lang="en-US" dirty="0"/>
              <a:t> specific actions. Each action that can be undone or redone will have its own </a:t>
            </a:r>
            <a:r>
              <a:rPr lang="en-US" dirty="0" err="1"/>
              <a:t>class.Command</a:t>
            </a:r>
            <a:r>
              <a:rPr lang="en-US" dirty="0"/>
              <a:t> Manager </a:t>
            </a:r>
            <a:r>
              <a:rPr lang="en-US" dirty="0" err="1"/>
              <a:t>ModuleManages</a:t>
            </a:r>
            <a:r>
              <a:rPr lang="en-US" dirty="0"/>
              <a:t> the execution, undoing, and redoing of </a:t>
            </a:r>
            <a:r>
              <a:rPr lang="en-US" dirty="0" err="1"/>
              <a:t>commands.Contains</a:t>
            </a:r>
            <a:r>
              <a:rPr lang="en-US" dirty="0"/>
              <a:t> the undo and redo stacks.</a:t>
            </a:r>
          </a:p>
          <a:p>
            <a:pPr marL="0" indent="0">
              <a:buNone/>
            </a:pPr>
            <a:endParaRPr lang="en-IN" dirty="0"/>
          </a:p>
        </p:txBody>
      </p:sp>
      <p:sp>
        <p:nvSpPr>
          <p:cNvPr id="5" name="Footer Placeholder 4">
            <a:extLst>
              <a:ext uri="{FF2B5EF4-FFF2-40B4-BE49-F238E27FC236}">
                <a16:creationId xmlns:a16="http://schemas.microsoft.com/office/drawing/2014/main" id="{4D95C9AB-6F24-D9B7-D1F9-29164BA10B30}"/>
              </a:ext>
            </a:extLst>
          </p:cNvPr>
          <p:cNvSpPr>
            <a:spLocks noGrp="1"/>
          </p:cNvSpPr>
          <p:nvPr>
            <p:ph type="ftr" sz="quarter" idx="11"/>
          </p:nvPr>
        </p:nvSpPr>
        <p:spPr/>
        <p:txBody>
          <a:bodyPr/>
          <a:lstStyle/>
          <a:p>
            <a:pPr>
              <a:defRPr/>
            </a:pPr>
            <a:r>
              <a:rPr lang="en-US"/>
              <a:t>DATA STRUCTURES – CYCLE 2 REVIEW</a:t>
            </a:r>
            <a:endParaRPr lang="en-US" dirty="0"/>
          </a:p>
        </p:txBody>
      </p:sp>
      <p:sp>
        <p:nvSpPr>
          <p:cNvPr id="7" name="Slide Number Placeholder 6">
            <a:extLst>
              <a:ext uri="{FF2B5EF4-FFF2-40B4-BE49-F238E27FC236}">
                <a16:creationId xmlns:a16="http://schemas.microsoft.com/office/drawing/2014/main" id="{D3DA914D-CF5E-81EB-854A-49D3AD721C67}"/>
              </a:ext>
            </a:extLst>
          </p:cNvPr>
          <p:cNvSpPr>
            <a:spLocks noGrp="1"/>
          </p:cNvSpPr>
          <p:nvPr>
            <p:ph type="sldNum" sz="quarter" idx="12"/>
          </p:nvPr>
        </p:nvSpPr>
        <p:spPr/>
        <p:txBody>
          <a:bodyPr/>
          <a:lstStyle/>
          <a:p>
            <a:pPr>
              <a:defRPr/>
            </a:pPr>
            <a:fld id="{0E14ABD8-B1EB-4C07-9937-C8C4E38BDF00}" type="slidenum">
              <a:rPr lang="en-US" altLang="en-US" smtClean="0"/>
              <a:pPr>
                <a:defRPr/>
              </a:pPr>
              <a:t>10</a:t>
            </a:fld>
            <a:endParaRPr lang="en-US" altLang="en-US"/>
          </a:p>
        </p:txBody>
      </p:sp>
    </p:spTree>
    <p:extLst>
      <p:ext uri="{BB962C8B-B14F-4D97-AF65-F5344CB8AC3E}">
        <p14:creationId xmlns:p14="http://schemas.microsoft.com/office/powerpoint/2010/main" val="3538875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3431F-560E-5B8A-3B58-02508DF08B75}"/>
              </a:ext>
            </a:extLst>
          </p:cNvPr>
          <p:cNvSpPr>
            <a:spLocks noGrp="1"/>
          </p:cNvSpPr>
          <p:nvPr>
            <p:ph type="title"/>
          </p:nvPr>
        </p:nvSpPr>
        <p:spPr/>
        <p:txBody>
          <a:bodyPr/>
          <a:lstStyle/>
          <a:p>
            <a:pPr algn="ctr"/>
            <a:r>
              <a:rPr lang="en-IN" sz="2400" dirty="0"/>
              <a:t>Module Description</a:t>
            </a:r>
            <a:endParaRPr lang="en-IN" dirty="0"/>
          </a:p>
        </p:txBody>
      </p:sp>
      <p:sp>
        <p:nvSpPr>
          <p:cNvPr id="3" name="Content Placeholder 2">
            <a:extLst>
              <a:ext uri="{FF2B5EF4-FFF2-40B4-BE49-F238E27FC236}">
                <a16:creationId xmlns:a16="http://schemas.microsoft.com/office/drawing/2014/main" id="{569C35CB-2DCF-2D5D-5BAD-9E3911977FB2}"/>
              </a:ext>
            </a:extLst>
          </p:cNvPr>
          <p:cNvSpPr>
            <a:spLocks noGrp="1"/>
          </p:cNvSpPr>
          <p:nvPr>
            <p:ph idx="1"/>
          </p:nvPr>
        </p:nvSpPr>
        <p:spPr/>
        <p:txBody>
          <a:bodyPr>
            <a:normAutofit lnSpcReduction="10000"/>
          </a:bodyPr>
          <a:lstStyle/>
          <a:p>
            <a:pPr marL="0" indent="0">
              <a:buNone/>
            </a:pPr>
            <a:r>
              <a:rPr lang="en-US" dirty="0"/>
              <a:t>•  Command Interface and Concrete Commands </a:t>
            </a:r>
            <a:r>
              <a:rPr lang="en-US" dirty="0" err="1"/>
              <a:t>ModuleCommand</a:t>
            </a:r>
            <a:r>
              <a:rPr lang="en-US" dirty="0"/>
              <a:t> Interface (</a:t>
            </a:r>
            <a:r>
              <a:rPr lang="en-US" dirty="0" err="1"/>
              <a:t>command_interface.py</a:t>
            </a:r>
            <a:r>
              <a:rPr lang="en-US" dirty="0"/>
              <a:t>)Defines the blueprint for all command objects. Each command must implement the execute() and </a:t>
            </a:r>
            <a:r>
              <a:rPr lang="en-US" dirty="0" err="1"/>
              <a:t>unexecute</a:t>
            </a:r>
            <a:r>
              <a:rPr lang="en-US" dirty="0"/>
              <a:t>() </a:t>
            </a:r>
            <a:r>
              <a:rPr lang="en-US" dirty="0" err="1"/>
              <a:t>methods.Command</a:t>
            </a:r>
            <a:r>
              <a:rPr lang="en-US" dirty="0"/>
              <a:t> </a:t>
            </a:r>
            <a:r>
              <a:rPr lang="en-US" dirty="0" err="1"/>
              <a:t>Interfaceclass</a:t>
            </a:r>
            <a:r>
              <a:rPr lang="en-US" dirty="0"/>
              <a:t> Command:
    </a:t>
            </a:r>
            <a:r>
              <a:rPr lang="en-US" dirty="0" err="1"/>
              <a:t>def</a:t>
            </a:r>
            <a:r>
              <a:rPr lang="en-US" dirty="0"/>
              <a:t> execute(self):
        “””Executes the command.”””
        raise </a:t>
            </a:r>
            <a:r>
              <a:rPr lang="en-US" dirty="0" err="1"/>
              <a:t>NotImplementedError</a:t>
            </a:r>
            <a:r>
              <a:rPr lang="en-US" dirty="0"/>
              <a:t>
    </a:t>
            </a:r>
            <a:r>
              <a:rPr lang="en-US" dirty="0" err="1"/>
              <a:t>def</a:t>
            </a:r>
            <a:r>
              <a:rPr lang="en-US" dirty="0"/>
              <a:t> </a:t>
            </a:r>
            <a:r>
              <a:rPr lang="en-US" dirty="0" err="1"/>
              <a:t>unexecute</a:t>
            </a:r>
            <a:r>
              <a:rPr lang="en-US" dirty="0"/>
              <a:t>(self):
        “””Reverts the command execution.”””
        raise </a:t>
            </a:r>
            <a:r>
              <a:rPr lang="en-US" dirty="0" err="1"/>
              <a:t>NotImplementedError</a:t>
            </a:r>
            <a:endParaRPr lang="en-IN" dirty="0"/>
          </a:p>
        </p:txBody>
      </p:sp>
      <p:sp>
        <p:nvSpPr>
          <p:cNvPr id="5" name="Footer Placeholder 4">
            <a:extLst>
              <a:ext uri="{FF2B5EF4-FFF2-40B4-BE49-F238E27FC236}">
                <a16:creationId xmlns:a16="http://schemas.microsoft.com/office/drawing/2014/main" id="{CDE279C6-A397-FA16-1D03-8A799094B959}"/>
              </a:ext>
            </a:extLst>
          </p:cNvPr>
          <p:cNvSpPr>
            <a:spLocks noGrp="1"/>
          </p:cNvSpPr>
          <p:nvPr>
            <p:ph type="ftr" sz="quarter" idx="11"/>
          </p:nvPr>
        </p:nvSpPr>
        <p:spPr/>
        <p:txBody>
          <a:bodyPr/>
          <a:lstStyle/>
          <a:p>
            <a:pPr>
              <a:defRPr/>
            </a:pPr>
            <a:r>
              <a:rPr lang="en-US"/>
              <a:t>DATA STRUCTURES – CYCLE 2 REVIEW</a:t>
            </a:r>
            <a:endParaRPr lang="en-US" dirty="0"/>
          </a:p>
        </p:txBody>
      </p:sp>
      <p:sp>
        <p:nvSpPr>
          <p:cNvPr id="7" name="Slide Number Placeholder 6">
            <a:extLst>
              <a:ext uri="{FF2B5EF4-FFF2-40B4-BE49-F238E27FC236}">
                <a16:creationId xmlns:a16="http://schemas.microsoft.com/office/drawing/2014/main" id="{F9964ECD-5C63-798B-DFF0-691F64BD49BA}"/>
              </a:ext>
            </a:extLst>
          </p:cNvPr>
          <p:cNvSpPr>
            <a:spLocks noGrp="1"/>
          </p:cNvSpPr>
          <p:nvPr>
            <p:ph type="sldNum" sz="quarter" idx="12"/>
          </p:nvPr>
        </p:nvSpPr>
        <p:spPr/>
        <p:txBody>
          <a:bodyPr/>
          <a:lstStyle/>
          <a:p>
            <a:pPr>
              <a:defRPr/>
            </a:pPr>
            <a:fld id="{0E14ABD8-B1EB-4C07-9937-C8C4E38BDF00}" type="slidenum">
              <a:rPr lang="en-US" altLang="en-US" smtClean="0"/>
              <a:pPr>
                <a:defRPr/>
              </a:pPr>
              <a:t>11</a:t>
            </a:fld>
            <a:endParaRPr lang="en-US" altLang="en-US"/>
          </a:p>
        </p:txBody>
      </p:sp>
    </p:spTree>
    <p:extLst>
      <p:ext uri="{BB962C8B-B14F-4D97-AF65-F5344CB8AC3E}">
        <p14:creationId xmlns:p14="http://schemas.microsoft.com/office/powerpoint/2010/main" val="1114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7497A-BD82-BBFF-6599-4CB46F94E86D}"/>
              </a:ext>
            </a:extLst>
          </p:cNvPr>
          <p:cNvSpPr>
            <a:spLocks noGrp="1"/>
          </p:cNvSpPr>
          <p:nvPr>
            <p:ph type="title"/>
          </p:nvPr>
        </p:nvSpPr>
        <p:spPr/>
        <p:txBody>
          <a:bodyPr/>
          <a:lstStyle/>
          <a:p>
            <a:pPr algn="ctr"/>
            <a:r>
              <a:rPr lang="en-IN" sz="2400" dirty="0"/>
              <a:t>Module Description(</a:t>
            </a:r>
            <a:r>
              <a:rPr lang="en-IN" sz="2400" dirty="0" err="1"/>
              <a:t>Cont</a:t>
            </a:r>
            <a:r>
              <a:rPr lang="en-IN" sz="2400" dirty="0"/>
              <a:t>…)</a:t>
            </a:r>
            <a:endParaRPr lang="en-IN" dirty="0"/>
          </a:p>
        </p:txBody>
      </p:sp>
      <p:sp>
        <p:nvSpPr>
          <p:cNvPr id="3" name="Content Placeholder 2">
            <a:extLst>
              <a:ext uri="{FF2B5EF4-FFF2-40B4-BE49-F238E27FC236}">
                <a16:creationId xmlns:a16="http://schemas.microsoft.com/office/drawing/2014/main" id="{DC85D7D8-2D51-7B98-57C3-55BB5505B106}"/>
              </a:ext>
            </a:extLst>
          </p:cNvPr>
          <p:cNvSpPr>
            <a:spLocks noGrp="1"/>
          </p:cNvSpPr>
          <p:nvPr>
            <p:ph idx="1"/>
          </p:nvPr>
        </p:nvSpPr>
        <p:spPr/>
        <p:txBody>
          <a:bodyPr>
            <a:normAutofit fontScale="77500" lnSpcReduction="20000"/>
          </a:bodyPr>
          <a:lstStyle/>
          <a:p>
            <a:pPr marL="0" indent="0">
              <a:buNone/>
            </a:pPr>
            <a:r>
              <a:rPr lang="en-US" dirty="0"/>
              <a:t>•.  Concrete Commands (</a:t>
            </a:r>
            <a:r>
              <a:rPr lang="en-US" dirty="0" err="1"/>
              <a:t>concrete_commands.py</a:t>
            </a:r>
            <a:r>
              <a:rPr lang="en-US" dirty="0"/>
              <a:t>)Implements specific actions that can be undone and redone. Examples include adding text, deleting text, </a:t>
            </a:r>
            <a:r>
              <a:rPr lang="en-US" dirty="0" err="1"/>
              <a:t>etc.Concrete</a:t>
            </a:r>
            <a:r>
              <a:rPr lang="en-US" dirty="0"/>
              <a:t> Command Example: </a:t>
            </a:r>
            <a:r>
              <a:rPr lang="en-US" dirty="0" err="1"/>
              <a:t>AddTextCommandclass</a:t>
            </a:r>
            <a:r>
              <a:rPr lang="en-US" dirty="0"/>
              <a:t> </a:t>
            </a:r>
            <a:r>
              <a:rPr lang="en-US" dirty="0" err="1"/>
              <a:t>AddTextCommand</a:t>
            </a:r>
            <a:r>
              <a:rPr lang="en-US" dirty="0"/>
              <a:t>(Command):
    </a:t>
            </a:r>
            <a:r>
              <a:rPr lang="en-US" dirty="0" err="1"/>
              <a:t>def</a:t>
            </a:r>
            <a:r>
              <a:rPr lang="en-US" dirty="0"/>
              <a:t> __</a:t>
            </a:r>
            <a:r>
              <a:rPr lang="en-US" dirty="0" err="1"/>
              <a:t>init</a:t>
            </a:r>
            <a:r>
              <a:rPr lang="en-US" dirty="0"/>
              <a:t>__(self, document, text):
        </a:t>
            </a:r>
            <a:r>
              <a:rPr lang="en-US" dirty="0" err="1"/>
              <a:t>self.document</a:t>
            </a:r>
            <a:r>
              <a:rPr lang="en-US" dirty="0"/>
              <a:t> = document
        </a:t>
            </a:r>
            <a:r>
              <a:rPr lang="en-US" dirty="0" err="1"/>
              <a:t>self.text</a:t>
            </a:r>
            <a:r>
              <a:rPr lang="en-US" dirty="0"/>
              <a:t> = text
        </a:t>
            </a:r>
            <a:r>
              <a:rPr lang="en-US" dirty="0" err="1"/>
              <a:t>self.previous_text</a:t>
            </a:r>
            <a:r>
              <a:rPr lang="en-US" dirty="0"/>
              <a:t> = None
    </a:t>
            </a:r>
            <a:r>
              <a:rPr lang="en-US" dirty="0" err="1"/>
              <a:t>def</a:t>
            </a:r>
            <a:r>
              <a:rPr lang="en-US" dirty="0"/>
              <a:t> execute(self):
        </a:t>
            </a:r>
            <a:r>
              <a:rPr lang="en-US" dirty="0" err="1"/>
              <a:t>self.previous_text</a:t>
            </a:r>
            <a:r>
              <a:rPr lang="en-US" dirty="0"/>
              <a:t> = </a:t>
            </a:r>
            <a:r>
              <a:rPr lang="en-US" dirty="0" err="1"/>
              <a:t>self.document.text</a:t>
            </a:r>
            <a:r>
              <a:rPr lang="en-US" dirty="0"/>
              <a:t>
        </a:t>
            </a:r>
            <a:r>
              <a:rPr lang="en-US" dirty="0" err="1"/>
              <a:t>self.document.add_text</a:t>
            </a:r>
            <a:r>
              <a:rPr lang="en-US" dirty="0"/>
              <a:t>(</a:t>
            </a:r>
            <a:r>
              <a:rPr lang="en-US" dirty="0" err="1"/>
              <a:t>self.text</a:t>
            </a:r>
            <a:r>
              <a:rPr lang="en-US" dirty="0"/>
              <a:t>)
    </a:t>
            </a:r>
            <a:r>
              <a:rPr lang="en-US" dirty="0" err="1"/>
              <a:t>def</a:t>
            </a:r>
            <a:r>
              <a:rPr lang="en-US" dirty="0"/>
              <a:t> </a:t>
            </a:r>
            <a:r>
              <a:rPr lang="en-US" dirty="0" err="1"/>
              <a:t>unexecute</a:t>
            </a:r>
            <a:r>
              <a:rPr lang="en-US" dirty="0"/>
              <a:t>(self):
        </a:t>
            </a:r>
            <a:r>
              <a:rPr lang="en-US" dirty="0" err="1"/>
              <a:t>self.document.text</a:t>
            </a:r>
            <a:r>
              <a:rPr lang="en-US" dirty="0"/>
              <a:t> = </a:t>
            </a:r>
            <a:r>
              <a:rPr lang="en-US" dirty="0" err="1"/>
              <a:t>self.previous_text</a:t>
            </a:r>
            <a:endParaRPr lang="en-IN" dirty="0"/>
          </a:p>
        </p:txBody>
      </p:sp>
      <p:sp>
        <p:nvSpPr>
          <p:cNvPr id="5" name="Footer Placeholder 4">
            <a:extLst>
              <a:ext uri="{FF2B5EF4-FFF2-40B4-BE49-F238E27FC236}">
                <a16:creationId xmlns:a16="http://schemas.microsoft.com/office/drawing/2014/main" id="{9D817267-6AA8-B337-F555-FFC0059EC541}"/>
              </a:ext>
            </a:extLst>
          </p:cNvPr>
          <p:cNvSpPr>
            <a:spLocks noGrp="1"/>
          </p:cNvSpPr>
          <p:nvPr>
            <p:ph type="ftr" sz="quarter" idx="11"/>
          </p:nvPr>
        </p:nvSpPr>
        <p:spPr/>
        <p:txBody>
          <a:bodyPr/>
          <a:lstStyle/>
          <a:p>
            <a:pPr>
              <a:defRPr/>
            </a:pPr>
            <a:r>
              <a:rPr lang="en-US"/>
              <a:t>DATA STRUCTURES – CYCLE 2 REVIEW</a:t>
            </a:r>
            <a:endParaRPr lang="en-US" dirty="0"/>
          </a:p>
        </p:txBody>
      </p:sp>
      <p:sp>
        <p:nvSpPr>
          <p:cNvPr id="7" name="Slide Number Placeholder 6">
            <a:extLst>
              <a:ext uri="{FF2B5EF4-FFF2-40B4-BE49-F238E27FC236}">
                <a16:creationId xmlns:a16="http://schemas.microsoft.com/office/drawing/2014/main" id="{82EEBD6D-3DEF-47FC-A245-F7032D0E5F4E}"/>
              </a:ext>
            </a:extLst>
          </p:cNvPr>
          <p:cNvSpPr>
            <a:spLocks noGrp="1"/>
          </p:cNvSpPr>
          <p:nvPr>
            <p:ph type="sldNum" sz="quarter" idx="12"/>
          </p:nvPr>
        </p:nvSpPr>
        <p:spPr/>
        <p:txBody>
          <a:bodyPr/>
          <a:lstStyle/>
          <a:p>
            <a:pPr>
              <a:defRPr/>
            </a:pPr>
            <a:fld id="{0E14ABD8-B1EB-4C07-9937-C8C4E38BDF00}" type="slidenum">
              <a:rPr lang="en-US" altLang="en-US" smtClean="0"/>
              <a:pPr>
                <a:defRPr/>
              </a:pPr>
              <a:t>12</a:t>
            </a:fld>
            <a:endParaRPr lang="en-US" altLang="en-US"/>
          </a:p>
        </p:txBody>
      </p:sp>
    </p:spTree>
    <p:extLst>
      <p:ext uri="{BB962C8B-B14F-4D97-AF65-F5344CB8AC3E}">
        <p14:creationId xmlns:p14="http://schemas.microsoft.com/office/powerpoint/2010/main" val="4254791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C067A-52B1-9430-3F8A-816F9AEF6150}"/>
              </a:ext>
            </a:extLst>
          </p:cNvPr>
          <p:cNvSpPr>
            <a:spLocks noGrp="1"/>
          </p:cNvSpPr>
          <p:nvPr>
            <p:ph type="title"/>
          </p:nvPr>
        </p:nvSpPr>
        <p:spPr/>
        <p:txBody>
          <a:bodyPr/>
          <a:lstStyle/>
          <a:p>
            <a:pPr algn="ctr"/>
            <a:r>
              <a:rPr lang="en-IN" sz="2400" dirty="0"/>
              <a:t>Results and Discussion</a:t>
            </a:r>
            <a:endParaRPr lang="en-IN" dirty="0"/>
          </a:p>
        </p:txBody>
      </p:sp>
      <p:sp>
        <p:nvSpPr>
          <p:cNvPr id="3" name="Content Placeholder 2">
            <a:extLst>
              <a:ext uri="{FF2B5EF4-FFF2-40B4-BE49-F238E27FC236}">
                <a16:creationId xmlns:a16="http://schemas.microsoft.com/office/drawing/2014/main" id="{793B0BCB-544A-A9E1-E004-FF315F37A8DF}"/>
              </a:ext>
            </a:extLst>
          </p:cNvPr>
          <p:cNvSpPr>
            <a:spLocks noGrp="1"/>
          </p:cNvSpPr>
          <p:nvPr>
            <p:ph idx="1"/>
          </p:nvPr>
        </p:nvSpPr>
        <p:spPr/>
        <p:txBody>
          <a:bodyPr/>
          <a:lstStyle/>
          <a:p>
            <a:r>
              <a:rPr lang="en-US" dirty="0"/>
              <a:t>Results of Undo-Redo Feature </a:t>
            </a:r>
            <a:r>
              <a:rPr lang="en-US" dirty="0" err="1"/>
              <a:t>ImplementationThe</a:t>
            </a:r>
            <a:r>
              <a:rPr lang="en-US" dirty="0"/>
              <a:t> implementation of the undo-redo feature brings several important benefits and considerations to the application. Here are the key outcomes and insights:1. Improved User </a:t>
            </a:r>
            <a:r>
              <a:rPr lang="en-US" dirty="0" err="1"/>
              <a:t>ExperienceEnhanced</a:t>
            </a:r>
            <a:r>
              <a:rPr lang="en-US" dirty="0"/>
              <a:t> Usability: Users can revert and reapply changes effortlessly, leading to a more intuitive and user-friendly </a:t>
            </a:r>
            <a:r>
              <a:rPr lang="en-US" dirty="0" err="1"/>
              <a:t>experience.Increased</a:t>
            </a:r>
            <a:r>
              <a:rPr lang="en-US" dirty="0"/>
              <a:t> Productivity: The ability to undo and redo actions allows users to experiment without fear of making irreversible mistakes, enhancing productivity.2. Robust State </a:t>
            </a:r>
            <a:r>
              <a:rPr lang="en-US" dirty="0" err="1"/>
              <a:t>ManagementConsistent</a:t>
            </a:r>
            <a:r>
              <a:rPr lang="en-US" dirty="0"/>
              <a:t> State: The command pattern ensures that the state changes are encapsulated, leading to more predictable and manageable state </a:t>
            </a:r>
            <a:r>
              <a:rPr lang="en-US" dirty="0" err="1"/>
              <a:t>transitions.Error</a:t>
            </a:r>
            <a:r>
              <a:rPr lang="en-US" dirty="0"/>
              <a:t> Handling: By isolating changes within command objects, it is easier to handle errors and ensure the application remains in a consistent state.3. Flexibility and </a:t>
            </a:r>
            <a:r>
              <a:rPr lang="en-US" dirty="0" err="1"/>
              <a:t>ExtensibilityModular</a:t>
            </a:r>
            <a:r>
              <a:rPr lang="en-US" dirty="0"/>
              <a:t> Design: The modular approach allows for easy extension of the undo-redo functionality. New commands can be added without affecting existing </a:t>
            </a:r>
            <a:r>
              <a:rPr lang="en-US" dirty="0" err="1"/>
              <a:t>functionality.Command</a:t>
            </a:r>
            <a:r>
              <a:rPr lang="en-US" dirty="0"/>
              <a:t> Chaining: Complex actions can be implemented as a sequence of simple commands, enhancing flexibility.</a:t>
            </a:r>
            <a:endParaRPr lang="en-IN" dirty="0"/>
          </a:p>
        </p:txBody>
      </p:sp>
      <p:sp>
        <p:nvSpPr>
          <p:cNvPr id="5" name="Footer Placeholder 4">
            <a:extLst>
              <a:ext uri="{FF2B5EF4-FFF2-40B4-BE49-F238E27FC236}">
                <a16:creationId xmlns:a16="http://schemas.microsoft.com/office/drawing/2014/main" id="{0139C3EF-1B67-2A8C-A049-902AD7079874}"/>
              </a:ext>
            </a:extLst>
          </p:cNvPr>
          <p:cNvSpPr>
            <a:spLocks noGrp="1"/>
          </p:cNvSpPr>
          <p:nvPr>
            <p:ph type="ftr" sz="quarter" idx="11"/>
          </p:nvPr>
        </p:nvSpPr>
        <p:spPr/>
        <p:txBody>
          <a:bodyPr/>
          <a:lstStyle/>
          <a:p>
            <a:pPr>
              <a:defRPr/>
            </a:pPr>
            <a:r>
              <a:rPr lang="en-US"/>
              <a:t>DATA STRUCTURES – CYCLE 2 REVIEW</a:t>
            </a:r>
            <a:endParaRPr lang="en-US" dirty="0"/>
          </a:p>
        </p:txBody>
      </p:sp>
      <p:sp>
        <p:nvSpPr>
          <p:cNvPr id="7" name="Slide Number Placeholder 6">
            <a:extLst>
              <a:ext uri="{FF2B5EF4-FFF2-40B4-BE49-F238E27FC236}">
                <a16:creationId xmlns:a16="http://schemas.microsoft.com/office/drawing/2014/main" id="{100812DE-FDA4-8154-966C-466026CCA14A}"/>
              </a:ext>
            </a:extLst>
          </p:cNvPr>
          <p:cNvSpPr>
            <a:spLocks noGrp="1"/>
          </p:cNvSpPr>
          <p:nvPr>
            <p:ph type="sldNum" sz="quarter" idx="12"/>
          </p:nvPr>
        </p:nvSpPr>
        <p:spPr/>
        <p:txBody>
          <a:bodyPr/>
          <a:lstStyle/>
          <a:p>
            <a:pPr>
              <a:defRPr/>
            </a:pPr>
            <a:fld id="{0E14ABD8-B1EB-4C07-9937-C8C4E38BDF00}" type="slidenum">
              <a:rPr lang="en-US" altLang="en-US" smtClean="0"/>
              <a:pPr>
                <a:defRPr/>
              </a:pPr>
              <a:t>13</a:t>
            </a:fld>
            <a:endParaRPr lang="en-US" altLang="en-US"/>
          </a:p>
        </p:txBody>
      </p:sp>
    </p:spTree>
    <p:extLst>
      <p:ext uri="{BB962C8B-B14F-4D97-AF65-F5344CB8AC3E}">
        <p14:creationId xmlns:p14="http://schemas.microsoft.com/office/powerpoint/2010/main" val="2895231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DEDE0-AF5E-2B73-E899-CADEE9D9AE03}"/>
              </a:ext>
            </a:extLst>
          </p:cNvPr>
          <p:cNvSpPr>
            <a:spLocks noGrp="1"/>
          </p:cNvSpPr>
          <p:nvPr>
            <p:ph type="title"/>
          </p:nvPr>
        </p:nvSpPr>
        <p:spPr/>
        <p:txBody>
          <a:bodyPr/>
          <a:lstStyle/>
          <a:p>
            <a:pPr algn="ctr"/>
            <a:r>
              <a:rPr lang="en-IN" sz="2400" dirty="0"/>
              <a:t>Results and Discussion(Cont..)</a:t>
            </a:r>
            <a:endParaRPr lang="en-IN" dirty="0"/>
          </a:p>
        </p:txBody>
      </p:sp>
      <p:sp>
        <p:nvSpPr>
          <p:cNvPr id="3" name="Content Placeholder 2">
            <a:extLst>
              <a:ext uri="{FF2B5EF4-FFF2-40B4-BE49-F238E27FC236}">
                <a16:creationId xmlns:a16="http://schemas.microsoft.com/office/drawing/2014/main" id="{7141C3D9-CC11-7DF2-651E-E8BD38E3CCDE}"/>
              </a:ext>
            </a:extLst>
          </p:cNvPr>
          <p:cNvSpPr>
            <a:spLocks noGrp="1"/>
          </p:cNvSpPr>
          <p:nvPr>
            <p:ph idx="1"/>
          </p:nvPr>
        </p:nvSpPr>
        <p:spPr>
          <a:xfrm>
            <a:off x="435894" y="1705132"/>
            <a:ext cx="8272211" cy="2758727"/>
          </a:xfrm>
        </p:spPr>
        <p:txBody>
          <a:bodyPr/>
          <a:lstStyle/>
          <a:p>
            <a:r>
              <a:rPr lang="en-US" dirty="0"/>
              <a:t>Memory Management: In applications with a large number of commands or complex state changes, memory usage can become significant. Optimization strategies, such as command compression or limiting stack size, may be necessary.</a:t>
            </a:r>
          </a:p>
          <a:p>
            <a:r>
              <a:rPr lang="en-US" dirty="0"/>
              <a:t>Complex State Dependencies: Commands that involve complex state dependencies can be challenging to implement correctly. Ensuring that all state changes are reversible without side effects requires careful design.</a:t>
            </a:r>
          </a:p>
          <a:p>
            <a:r>
              <a:rPr lang="en-US" dirty="0"/>
              <a:t>Concurrency: In multi-threaded applications, ensuring thread safety in the command manager and related modules can be complex and may require additional synchronization mechanisms.</a:t>
            </a:r>
            <a:endParaRPr lang="en-IN" dirty="0"/>
          </a:p>
        </p:txBody>
      </p:sp>
      <p:sp>
        <p:nvSpPr>
          <p:cNvPr id="5" name="Footer Placeholder 4">
            <a:extLst>
              <a:ext uri="{FF2B5EF4-FFF2-40B4-BE49-F238E27FC236}">
                <a16:creationId xmlns:a16="http://schemas.microsoft.com/office/drawing/2014/main" id="{F0300B79-452A-52EA-2350-562E8041467E}"/>
              </a:ext>
            </a:extLst>
          </p:cNvPr>
          <p:cNvSpPr>
            <a:spLocks noGrp="1"/>
          </p:cNvSpPr>
          <p:nvPr>
            <p:ph type="ftr" sz="quarter" idx="11"/>
          </p:nvPr>
        </p:nvSpPr>
        <p:spPr/>
        <p:txBody>
          <a:bodyPr/>
          <a:lstStyle/>
          <a:p>
            <a:pPr>
              <a:defRPr/>
            </a:pPr>
            <a:r>
              <a:rPr lang="en-US"/>
              <a:t>DATA STRUCTURES – CYCLE 2 REVIEW</a:t>
            </a:r>
            <a:endParaRPr lang="en-US" dirty="0"/>
          </a:p>
        </p:txBody>
      </p:sp>
      <p:sp>
        <p:nvSpPr>
          <p:cNvPr id="7" name="Slide Number Placeholder 6">
            <a:extLst>
              <a:ext uri="{FF2B5EF4-FFF2-40B4-BE49-F238E27FC236}">
                <a16:creationId xmlns:a16="http://schemas.microsoft.com/office/drawing/2014/main" id="{FEE61296-D1C4-E1F4-636C-8B5113B1AFF4}"/>
              </a:ext>
            </a:extLst>
          </p:cNvPr>
          <p:cNvSpPr>
            <a:spLocks noGrp="1"/>
          </p:cNvSpPr>
          <p:nvPr>
            <p:ph type="sldNum" sz="quarter" idx="12"/>
          </p:nvPr>
        </p:nvSpPr>
        <p:spPr/>
        <p:txBody>
          <a:bodyPr/>
          <a:lstStyle/>
          <a:p>
            <a:pPr>
              <a:defRPr/>
            </a:pPr>
            <a:fld id="{0E14ABD8-B1EB-4C07-9937-C8C4E38BDF00}" type="slidenum">
              <a:rPr lang="en-US" altLang="en-US" smtClean="0"/>
              <a:pPr>
                <a:defRPr/>
              </a:pPr>
              <a:t>14</a:t>
            </a:fld>
            <a:endParaRPr lang="en-US" altLang="en-US"/>
          </a:p>
        </p:txBody>
      </p:sp>
    </p:spTree>
    <p:extLst>
      <p:ext uri="{BB962C8B-B14F-4D97-AF65-F5344CB8AC3E}">
        <p14:creationId xmlns:p14="http://schemas.microsoft.com/office/powerpoint/2010/main" val="2457254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EE673-FE70-9EE0-FF39-2458E4749B24}"/>
              </a:ext>
            </a:extLst>
          </p:cNvPr>
          <p:cNvSpPr>
            <a:spLocks noGrp="1"/>
          </p:cNvSpPr>
          <p:nvPr>
            <p:ph type="title"/>
          </p:nvPr>
        </p:nvSpPr>
        <p:spPr/>
        <p:txBody>
          <a:bodyPr/>
          <a:lstStyle/>
          <a:p>
            <a:pPr algn="ctr"/>
            <a:r>
              <a:rPr lang="en-IN" sz="2400" dirty="0"/>
              <a:t>Conclusion</a:t>
            </a:r>
            <a:endParaRPr lang="en-IN" dirty="0"/>
          </a:p>
        </p:txBody>
      </p:sp>
      <p:sp>
        <p:nvSpPr>
          <p:cNvPr id="3" name="Content Placeholder 2">
            <a:extLst>
              <a:ext uri="{FF2B5EF4-FFF2-40B4-BE49-F238E27FC236}">
                <a16:creationId xmlns:a16="http://schemas.microsoft.com/office/drawing/2014/main" id="{C3315EFC-D97F-133B-3966-BDB44D8A0074}"/>
              </a:ext>
            </a:extLst>
          </p:cNvPr>
          <p:cNvSpPr>
            <a:spLocks noGrp="1"/>
          </p:cNvSpPr>
          <p:nvPr>
            <p:ph idx="1"/>
          </p:nvPr>
        </p:nvSpPr>
        <p:spPr>
          <a:xfrm>
            <a:off x="435895" y="1705132"/>
            <a:ext cx="8272211" cy="2758727"/>
          </a:xfrm>
        </p:spPr>
        <p:txBody>
          <a:bodyPr/>
          <a:lstStyle/>
          <a:p>
            <a:pPr marL="0" indent="0">
              <a:buNone/>
            </a:pPr>
            <a:r>
              <a:rPr lang="en-US" dirty="0"/>
              <a:t>Key Benefits; </a:t>
            </a:r>
          </a:p>
          <a:p>
            <a:pPr marL="0" indent="0">
              <a:buNone/>
            </a:pPr>
            <a:r>
              <a:rPr lang="en-US" dirty="0"/>
              <a:t>Enhanced Usability: Users gain confidence and efficiency through the ability to easily reverse and reapply actions. This improves overall user satisfaction and productivity.</a:t>
            </a:r>
          </a:p>
          <a:p>
            <a:pPr marL="0" indent="0">
              <a:buNone/>
            </a:pPr>
            <a:r>
              <a:rPr lang="en-US" dirty="0"/>
              <a:t>Modular Design: The command pattern promotes a clean separation of concerns, making the system more maintainable and extensible. New commands can be added with minimal impact on existing code.</a:t>
            </a:r>
          </a:p>
          <a:p>
            <a:pPr marL="0" indent="0">
              <a:buNone/>
            </a:pPr>
            <a:r>
              <a:rPr lang="en-US" dirty="0"/>
              <a:t>Improved State Management: Encapsulating changes within command objects ensures predictable state transitions and facilitates better error handling.</a:t>
            </a:r>
          </a:p>
          <a:p>
            <a:pPr marL="0" indent="0">
              <a:buNone/>
            </a:pPr>
            <a:r>
              <a:rPr lang="en-US" dirty="0"/>
              <a:t>Testability: Commands can be independently tested, leading to more reliable code and easier debugging.</a:t>
            </a:r>
            <a:endParaRPr lang="en-IN" dirty="0"/>
          </a:p>
        </p:txBody>
      </p:sp>
      <p:sp>
        <p:nvSpPr>
          <p:cNvPr id="5" name="Footer Placeholder 4">
            <a:extLst>
              <a:ext uri="{FF2B5EF4-FFF2-40B4-BE49-F238E27FC236}">
                <a16:creationId xmlns:a16="http://schemas.microsoft.com/office/drawing/2014/main" id="{9CE028D6-5059-71AC-683E-4838986C0036}"/>
              </a:ext>
            </a:extLst>
          </p:cNvPr>
          <p:cNvSpPr>
            <a:spLocks noGrp="1"/>
          </p:cNvSpPr>
          <p:nvPr>
            <p:ph type="ftr" sz="quarter" idx="11"/>
          </p:nvPr>
        </p:nvSpPr>
        <p:spPr/>
        <p:txBody>
          <a:bodyPr/>
          <a:lstStyle/>
          <a:p>
            <a:pPr>
              <a:defRPr/>
            </a:pPr>
            <a:r>
              <a:rPr lang="en-US"/>
              <a:t>DATA STRUCTURES – CYCLE 2 REVIEW</a:t>
            </a:r>
            <a:endParaRPr lang="en-US" dirty="0"/>
          </a:p>
        </p:txBody>
      </p:sp>
      <p:sp>
        <p:nvSpPr>
          <p:cNvPr id="7" name="Slide Number Placeholder 6">
            <a:extLst>
              <a:ext uri="{FF2B5EF4-FFF2-40B4-BE49-F238E27FC236}">
                <a16:creationId xmlns:a16="http://schemas.microsoft.com/office/drawing/2014/main" id="{71E99C97-C0FB-DB12-C80F-5DB5CBFCE3C3}"/>
              </a:ext>
            </a:extLst>
          </p:cNvPr>
          <p:cNvSpPr>
            <a:spLocks noGrp="1"/>
          </p:cNvSpPr>
          <p:nvPr>
            <p:ph type="sldNum" sz="quarter" idx="12"/>
          </p:nvPr>
        </p:nvSpPr>
        <p:spPr/>
        <p:txBody>
          <a:bodyPr/>
          <a:lstStyle/>
          <a:p>
            <a:pPr>
              <a:defRPr/>
            </a:pPr>
            <a:fld id="{0E14ABD8-B1EB-4C07-9937-C8C4E38BDF00}" type="slidenum">
              <a:rPr lang="en-US" altLang="en-US" smtClean="0"/>
              <a:pPr>
                <a:defRPr/>
              </a:pPr>
              <a:t>15</a:t>
            </a:fld>
            <a:endParaRPr lang="en-US" altLang="en-US"/>
          </a:p>
        </p:txBody>
      </p:sp>
    </p:spTree>
    <p:extLst>
      <p:ext uri="{BB962C8B-B14F-4D97-AF65-F5344CB8AC3E}">
        <p14:creationId xmlns:p14="http://schemas.microsoft.com/office/powerpoint/2010/main" val="3993788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17F4-6146-E0F3-4783-03750602BC7C}"/>
              </a:ext>
            </a:extLst>
          </p:cNvPr>
          <p:cNvSpPr>
            <a:spLocks noGrp="1"/>
          </p:cNvSpPr>
          <p:nvPr>
            <p:ph type="title"/>
          </p:nvPr>
        </p:nvSpPr>
        <p:spPr/>
        <p:txBody>
          <a:bodyPr/>
          <a:lstStyle/>
          <a:p>
            <a:pPr algn="ctr"/>
            <a:r>
              <a:rPr lang="en-US" dirty="0"/>
              <a:t>REFERENCES</a:t>
            </a:r>
            <a:endParaRPr lang="en-IN" dirty="0"/>
          </a:p>
        </p:txBody>
      </p:sp>
      <p:sp>
        <p:nvSpPr>
          <p:cNvPr id="3" name="Content Placeholder 2">
            <a:extLst>
              <a:ext uri="{FF2B5EF4-FFF2-40B4-BE49-F238E27FC236}">
                <a16:creationId xmlns:a16="http://schemas.microsoft.com/office/drawing/2014/main" id="{166EAEE4-8210-9C2D-AF09-675B0579360B}"/>
              </a:ext>
            </a:extLst>
          </p:cNvPr>
          <p:cNvSpPr>
            <a:spLocks noGrp="1"/>
          </p:cNvSpPr>
          <p:nvPr>
            <p:ph idx="1"/>
          </p:nvPr>
        </p:nvSpPr>
        <p:spPr>
          <a:xfrm>
            <a:off x="435894" y="1705132"/>
            <a:ext cx="8272211" cy="2758727"/>
          </a:xfrm>
        </p:spPr>
        <p:txBody>
          <a:bodyPr/>
          <a:lstStyle/>
          <a:p>
            <a:r>
              <a:rPr lang="en-US" dirty="0"/>
              <a:t>Most of today’s applications use a very simple model – all user’s actions are stored in a history buffer (stack). </a:t>
            </a:r>
          </a:p>
          <a:p>
            <a:r>
              <a:rPr lang="en-US" dirty="0"/>
              <a:t>To undo an action, press Ctrl + Z. To redo an undone action, press Ctrl + Y.</a:t>
            </a:r>
          </a:p>
          <a:p>
            <a:r>
              <a:rPr lang="en-US" dirty="0"/>
              <a:t>Stack data structure is most suitable to implement redo-undo feature.</a:t>
            </a:r>
            <a:endParaRPr lang="en-IN" dirty="0"/>
          </a:p>
        </p:txBody>
      </p:sp>
      <p:sp>
        <p:nvSpPr>
          <p:cNvPr id="5" name="Footer Placeholder 4">
            <a:extLst>
              <a:ext uri="{FF2B5EF4-FFF2-40B4-BE49-F238E27FC236}">
                <a16:creationId xmlns:a16="http://schemas.microsoft.com/office/drawing/2014/main" id="{D46E6191-C917-82A8-A914-5CD78A7D9AF2}"/>
              </a:ext>
            </a:extLst>
          </p:cNvPr>
          <p:cNvSpPr>
            <a:spLocks noGrp="1"/>
          </p:cNvSpPr>
          <p:nvPr>
            <p:ph type="ftr" sz="quarter" idx="11"/>
          </p:nvPr>
        </p:nvSpPr>
        <p:spPr/>
        <p:txBody>
          <a:bodyPr/>
          <a:lstStyle/>
          <a:p>
            <a:pPr>
              <a:defRPr/>
            </a:pPr>
            <a:r>
              <a:rPr lang="en-US"/>
              <a:t>DATA STRUCTURES – CYCLE 2 REVIEW</a:t>
            </a:r>
            <a:endParaRPr lang="en-US" dirty="0"/>
          </a:p>
        </p:txBody>
      </p:sp>
      <p:sp>
        <p:nvSpPr>
          <p:cNvPr id="7" name="Slide Number Placeholder 6">
            <a:extLst>
              <a:ext uri="{FF2B5EF4-FFF2-40B4-BE49-F238E27FC236}">
                <a16:creationId xmlns:a16="http://schemas.microsoft.com/office/drawing/2014/main" id="{9D483180-0C39-9DAF-EE68-D3DC3AE673B7}"/>
              </a:ext>
            </a:extLst>
          </p:cNvPr>
          <p:cNvSpPr>
            <a:spLocks noGrp="1"/>
          </p:cNvSpPr>
          <p:nvPr>
            <p:ph type="sldNum" sz="quarter" idx="12"/>
          </p:nvPr>
        </p:nvSpPr>
        <p:spPr/>
        <p:txBody>
          <a:bodyPr/>
          <a:lstStyle/>
          <a:p>
            <a:pPr>
              <a:defRPr/>
            </a:pPr>
            <a:fld id="{0E14ABD8-B1EB-4C07-9937-C8C4E38BDF00}" type="slidenum">
              <a:rPr lang="en-US" altLang="en-US" smtClean="0"/>
              <a:pPr>
                <a:defRPr/>
              </a:pPr>
              <a:t>16</a:t>
            </a:fld>
            <a:endParaRPr lang="en-US" altLang="en-US"/>
          </a:p>
        </p:txBody>
      </p:sp>
    </p:spTree>
    <p:extLst>
      <p:ext uri="{BB962C8B-B14F-4D97-AF65-F5344CB8AC3E}">
        <p14:creationId xmlns:p14="http://schemas.microsoft.com/office/powerpoint/2010/main" val="2555406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A3FD61F-805B-E389-F2B7-0A0B2F9D8150}"/>
              </a:ext>
            </a:extLst>
          </p:cNvPr>
          <p:cNvSpPr>
            <a:spLocks noGrp="1"/>
          </p:cNvSpPr>
          <p:nvPr>
            <p:ph type="ftr" sz="quarter" idx="11"/>
          </p:nvPr>
        </p:nvSpPr>
        <p:spPr/>
        <p:txBody>
          <a:bodyPr/>
          <a:lstStyle/>
          <a:p>
            <a:pPr>
              <a:defRPr/>
            </a:pPr>
            <a:r>
              <a:rPr lang="en-US"/>
              <a:t>DATA STRUCTURES – CYCLE 2 REVIEW</a:t>
            </a:r>
            <a:endParaRPr lang="en-US" dirty="0"/>
          </a:p>
        </p:txBody>
      </p:sp>
      <p:sp>
        <p:nvSpPr>
          <p:cNvPr id="5" name="Title 4">
            <a:extLst>
              <a:ext uri="{FF2B5EF4-FFF2-40B4-BE49-F238E27FC236}">
                <a16:creationId xmlns:a16="http://schemas.microsoft.com/office/drawing/2014/main" id="{B41377AE-5B94-C1F2-E1C0-17E77BBFB9DA}"/>
              </a:ext>
            </a:extLst>
          </p:cNvPr>
          <p:cNvSpPr>
            <a:spLocks noGrp="1"/>
          </p:cNvSpPr>
          <p:nvPr>
            <p:ph type="title"/>
          </p:nvPr>
        </p:nvSpPr>
        <p:spPr/>
        <p:txBody>
          <a:bodyPr>
            <a:normAutofit fontScale="90000"/>
          </a:bodyPr>
          <a:lstStyle/>
          <a:p>
            <a:pPr algn="ctr"/>
            <a:r>
              <a:rPr lang="en-IN" sz="4400" dirty="0"/>
              <a:t>Thank  You</a:t>
            </a:r>
            <a:endParaRPr lang="en-IN" sz="4000" dirty="0"/>
          </a:p>
        </p:txBody>
      </p:sp>
      <p:sp>
        <p:nvSpPr>
          <p:cNvPr id="6" name="Title 1">
            <a:extLst>
              <a:ext uri="{FF2B5EF4-FFF2-40B4-BE49-F238E27FC236}">
                <a16:creationId xmlns:a16="http://schemas.microsoft.com/office/drawing/2014/main" id="{C622646B-3CDF-929A-2318-D91165119579}"/>
              </a:ext>
            </a:extLst>
          </p:cNvPr>
          <p:cNvSpPr txBox="1">
            <a:spLocks/>
          </p:cNvSpPr>
          <p:nvPr/>
        </p:nvSpPr>
        <p:spPr>
          <a:xfrm>
            <a:off x="0" y="2099870"/>
            <a:ext cx="9144000" cy="1664258"/>
          </a:xfrm>
          <a:prstGeom prst="rect">
            <a:avLst/>
          </a:prstGeom>
          <a:solidFill>
            <a:schemeClr val="accent2"/>
          </a:solidFill>
        </p:spPr>
        <p:txBody>
          <a:bodyPr>
            <a:normAutofit/>
          </a:bodyPr>
          <a:lstStyle>
            <a:lvl1pPr algn="l" defTabSz="34290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defRPr/>
            </a:pPr>
            <a:endParaRPr lang="en-IN" sz="3600" dirty="0"/>
          </a:p>
          <a:p>
            <a:pPr algn="ctr">
              <a:defRPr/>
            </a:pPr>
            <a:r>
              <a:rPr lang="en-IN" sz="3600" dirty="0"/>
              <a:t>Any queries??? </a:t>
            </a:r>
          </a:p>
        </p:txBody>
      </p:sp>
      <p:sp>
        <p:nvSpPr>
          <p:cNvPr id="7" name="Slide Number Placeholder 6">
            <a:extLst>
              <a:ext uri="{FF2B5EF4-FFF2-40B4-BE49-F238E27FC236}">
                <a16:creationId xmlns:a16="http://schemas.microsoft.com/office/drawing/2014/main" id="{10FD6808-FCA6-0A32-7BA2-E09BF26187C7}"/>
              </a:ext>
            </a:extLst>
          </p:cNvPr>
          <p:cNvSpPr>
            <a:spLocks noGrp="1"/>
          </p:cNvSpPr>
          <p:nvPr>
            <p:ph type="sldNum" sz="quarter" idx="12"/>
          </p:nvPr>
        </p:nvSpPr>
        <p:spPr/>
        <p:txBody>
          <a:bodyPr/>
          <a:lstStyle/>
          <a:p>
            <a:pPr>
              <a:defRPr/>
            </a:pPr>
            <a:fld id="{4CE540F1-D866-4735-9E65-A1952EADD02D}" type="slidenum">
              <a:rPr lang="en-US" altLang="en-US" smtClean="0"/>
              <a:pPr>
                <a:defRPr/>
              </a:pPr>
              <a:t>17</a:t>
            </a:fld>
            <a:endParaRPr lang="en-US" altLang="en-US"/>
          </a:p>
        </p:txBody>
      </p:sp>
    </p:spTree>
    <p:extLst>
      <p:ext uri="{BB962C8B-B14F-4D97-AF65-F5344CB8AC3E}">
        <p14:creationId xmlns:p14="http://schemas.microsoft.com/office/powerpoint/2010/main" val="4281137357"/>
      </p:ext>
    </p:extLst>
  </p:cSld>
  <p:clrMapOvr>
    <a:masterClrMapping/>
  </p:clrMapOvr>
</p:sld>
</file>

<file path=ppt/theme/theme1.xml><?xml version="1.0" encoding="utf-8"?>
<a:theme xmlns:a="http://schemas.openxmlformats.org/drawingml/2006/main" name="Dividend">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TM03457464[[fn=Dividend]]</Template>
  <TotalTime>65</TotalTime>
  <Words>1514</Words>
  <Application>Microsoft Office PowerPoint</Application>
  <PresentationFormat>On-screen Show (16:9)</PresentationFormat>
  <Paragraphs>126</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Calibri</vt:lpstr>
      <vt:lpstr>Gill Sans MT</vt:lpstr>
      <vt:lpstr>Wingdings 2</vt:lpstr>
      <vt:lpstr>Dividend</vt:lpstr>
      <vt:lpstr>Cga1121/ega1121/mga1121 – DATA STRUCTURES</vt:lpstr>
      <vt:lpstr>Title of the Project</vt:lpstr>
      <vt:lpstr>Abstract </vt:lpstr>
      <vt:lpstr>Abstract with CO/PO Mapping</vt:lpstr>
      <vt:lpstr>Introduction</vt:lpstr>
      <vt:lpstr>Data Structure Used</vt:lpstr>
      <vt:lpstr>Proposed Architecture</vt:lpstr>
      <vt:lpstr>Proposed Architecture  - Description</vt:lpstr>
      <vt:lpstr>Proposed Architecture  - Description</vt:lpstr>
      <vt:lpstr>List of Modules</vt:lpstr>
      <vt:lpstr>Module Description</vt:lpstr>
      <vt:lpstr>Module Description(Cont…)</vt:lpstr>
      <vt:lpstr>Results and Discussion</vt:lpstr>
      <vt:lpstr>Results and Discussion(Cont..)</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Cga1121/ega1121/mga1121 – DATA STRUCTURES</dc:title>
  <dc:creator/>
  <cp:lastModifiedBy>Sathya Sara</cp:lastModifiedBy>
  <cp:revision>3</cp:revision>
  <dcterms:modified xsi:type="dcterms:W3CDTF">2025-10-02T14:46:20Z</dcterms:modified>
</cp:coreProperties>
</file>